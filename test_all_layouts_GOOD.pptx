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56" r:id="rId41"/>
    <p:sldId id="293" r:id="rId42"/>
    <p:sldId id="294" r:id="rId43"/>
    <p:sldId id="295"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4361" autoAdjust="0"/>
    <p:restoredTop sz="94610"/>
  </p:normalViewPr>
  <p:slideViewPr>
    <p:cSldViewPr snapToGrid="0" snapToObjects="1">
      <p:cViewPr varScale="1">
        <p:scale>
          <a:sx n="60" d="100"/>
          <a:sy n="60" d="100"/>
        </p:scale>
        <p:origin x="11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 Presentation Title / December 2025</a:t>
            </a:r>
            <a:endParaRPr lang="en-US" dirty="0"/>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 Presentation Title / December 2025</a:t>
            </a:r>
            <a:endParaRPr lang="en-US" dirty="0"/>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 Presentation Title / December 2025</a:t>
            </a:r>
            <a:endParaRPr lang="en-US" dirty="0"/>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 Presentation Title / December 2025</a:t>
            </a:r>
            <a:endParaRPr lang="en-US" dirty="0"/>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Photo 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73EB4-57C3-3D90-CEFE-20297645DE67}"/>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5" name="Picture Placeholder 7">
            <a:extLst>
              <a:ext uri="{FF2B5EF4-FFF2-40B4-BE49-F238E27FC236}">
                <a16:creationId xmlns:a16="http://schemas.microsoft.com/office/drawing/2014/main" id="{E0944ADD-C254-E778-C05E-01904C262CA6}"/>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7" name="Footer Placeholder 2">
            <a:extLst>
              <a:ext uri="{FF2B5EF4-FFF2-40B4-BE49-F238E27FC236}">
                <a16:creationId xmlns:a16="http://schemas.microsoft.com/office/drawing/2014/main" id="{FD32BC44-2154-2E7D-A2F8-F358ABD0A0BD}"/>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8" name="Slide Number Placeholder 4">
            <a:extLst>
              <a:ext uri="{FF2B5EF4-FFF2-40B4-BE49-F238E27FC236}">
                <a16:creationId xmlns:a16="http://schemas.microsoft.com/office/drawing/2014/main" id="{F10CCB33-B3C5-25DB-E4C3-9665B379F1A1}"/>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0" name="Title 6">
            <a:extLst>
              <a:ext uri="{FF2B5EF4-FFF2-40B4-BE49-F238E27FC236}">
                <a16:creationId xmlns:a16="http://schemas.microsoft.com/office/drawing/2014/main" id="{36E37AF8-41F7-DB23-5E56-150A9145CE45}"/>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dirty="0"/>
              <a:t>[Headline]</a:t>
            </a:r>
          </a:p>
        </p:txBody>
      </p:sp>
      <p:sp>
        <p:nvSpPr>
          <p:cNvPr id="11" name="Sub-headline">
            <a:extLst>
              <a:ext uri="{FF2B5EF4-FFF2-40B4-BE49-F238E27FC236}">
                <a16:creationId xmlns:a16="http://schemas.microsoft.com/office/drawing/2014/main" id="{28439AC5-5F30-52D4-A108-84AE5961D687}"/>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dirty="0"/>
              <a:t>[Sub-headline]</a:t>
            </a:r>
          </a:p>
        </p:txBody>
      </p:sp>
      <p:sp>
        <p:nvSpPr>
          <p:cNvPr id="13" name="Rectangle 12">
            <a:extLst>
              <a:ext uri="{FF2B5EF4-FFF2-40B4-BE49-F238E27FC236}">
                <a16:creationId xmlns:a16="http://schemas.microsoft.com/office/drawing/2014/main" id="{C6E45E37-78A6-C71D-861C-53239B497901}"/>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
        <p:nvSpPr>
          <p:cNvPr id="14" name="Footnote">
            <a:extLst>
              <a:ext uri="{FF2B5EF4-FFF2-40B4-BE49-F238E27FC236}">
                <a16:creationId xmlns:a16="http://schemas.microsoft.com/office/drawing/2014/main" id="{AEB6210A-D968-32B9-8C25-FB6721C1A060}"/>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2" name="Text Placeholder 2">
            <a:extLst>
              <a:ext uri="{FF2B5EF4-FFF2-40B4-BE49-F238E27FC236}">
                <a16:creationId xmlns:a16="http://schemas.microsoft.com/office/drawing/2014/main" id="{CCF8BAD3-4851-038B-E98F-AB56F7BC587D}"/>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Second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Third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Fourth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 Photo Blue">
    <p:spTree>
      <p:nvGrpSpPr>
        <p:cNvPr id="1" name=""/>
        <p:cNvGrpSpPr/>
        <p:nvPr/>
      </p:nvGrpSpPr>
      <p:grpSpPr>
        <a:xfrm>
          <a:off x="0" y="0"/>
          <a:ext cx="0" cy="0"/>
          <a:chOff x="0" y="0"/>
          <a:chExt cx="0" cy="0"/>
        </a:xfrm>
      </p:grpSpPr>
      <p:sp>
        <p:nvSpPr>
          <p:cNvPr id="24" name="Picture Placeholder 7">
            <a:extLst>
              <a:ext uri="{FF2B5EF4-FFF2-40B4-BE49-F238E27FC236}">
                <a16:creationId xmlns:a16="http://schemas.microsoft.com/office/drawing/2014/main" id="{5873E5E7-BFE2-BDAF-4324-A15873AC8EBA}"/>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16" name="Footer Placeholder 2">
            <a:extLst>
              <a:ext uri="{FF2B5EF4-FFF2-40B4-BE49-F238E27FC236}">
                <a16:creationId xmlns:a16="http://schemas.microsoft.com/office/drawing/2014/main" id="{55F41018-AD13-0494-2EEB-29C77E891B9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17" name="Slide Number Placeholder 4">
            <a:extLst>
              <a:ext uri="{FF2B5EF4-FFF2-40B4-BE49-F238E27FC236}">
                <a16:creationId xmlns:a16="http://schemas.microsoft.com/office/drawing/2014/main" id="{1F9DC788-E257-ACC1-0B6F-68157DA2AD93}"/>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8" name="Rectangle 17">
            <a:extLst>
              <a:ext uri="{FF2B5EF4-FFF2-40B4-BE49-F238E27FC236}">
                <a16:creationId xmlns:a16="http://schemas.microsoft.com/office/drawing/2014/main" id="{B1512C5D-9643-7A20-0EE0-4881F8B20FF1}"/>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9" name="Title 6">
            <a:extLst>
              <a:ext uri="{FF2B5EF4-FFF2-40B4-BE49-F238E27FC236}">
                <a16:creationId xmlns:a16="http://schemas.microsoft.com/office/drawing/2014/main" id="{2B1BC2B0-BD34-DFEF-27E0-364C2D61C830}"/>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20" name="Sub-headline">
            <a:extLst>
              <a:ext uri="{FF2B5EF4-FFF2-40B4-BE49-F238E27FC236}">
                <a16:creationId xmlns:a16="http://schemas.microsoft.com/office/drawing/2014/main" id="{4EFE42CC-D228-601A-4787-83B0C635A0A9}"/>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21" name="Text Placeholder 2">
            <a:extLst>
              <a:ext uri="{FF2B5EF4-FFF2-40B4-BE49-F238E27FC236}">
                <a16:creationId xmlns:a16="http://schemas.microsoft.com/office/drawing/2014/main" id="{F7062BE4-F419-212C-0AD8-C214876B6D0D}"/>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2" name="Footnote">
            <a:extLst>
              <a:ext uri="{FF2B5EF4-FFF2-40B4-BE49-F238E27FC236}">
                <a16:creationId xmlns:a16="http://schemas.microsoft.com/office/drawing/2014/main" id="{86580864-B1EB-DB0F-0343-1FEE48C2EA9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23" name="Rectangle 22">
            <a:extLst>
              <a:ext uri="{FF2B5EF4-FFF2-40B4-BE49-F238E27FC236}">
                <a16:creationId xmlns:a16="http://schemas.microsoft.com/office/drawing/2014/main" id="{587B6FB3-C8A3-1F8D-C570-AD6F7974F252}"/>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 Presentation Title / December 2025</a:t>
            </a:r>
            <a:endParaRPr lang="en-US" dirty="0"/>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 Presentation Title / December 2025</a:t>
            </a:r>
            <a:endParaRPr lang="en-US" dirty="0"/>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 Presentation Title / December 2025</a:t>
            </a:r>
            <a:endParaRPr lang="en-US" dirty="0"/>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tatement Photo">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23507B7-B09E-007D-99F3-EEE8EAD0BFFB}"/>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7" name="Picture Placeholder 7">
            <a:extLst>
              <a:ext uri="{FF2B5EF4-FFF2-40B4-BE49-F238E27FC236}">
                <a16:creationId xmlns:a16="http://schemas.microsoft.com/office/drawing/2014/main" id="{E3CF8E69-2C70-C8DF-0AD2-25CF38AE73FF}"/>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noFill/>
        </p:spPr>
        <p:txBody>
          <a:bodyPr anchor="ctr"/>
          <a:lstStyle>
            <a:lvl1pPr marL="0" indent="0" algn="ctr">
              <a:buNone/>
              <a:defRPr/>
            </a:lvl1pPr>
          </a:lstStyle>
          <a:p>
            <a:r>
              <a:rPr lang="en-US" dirty="0"/>
              <a:t>[Click to insert photo and then “Send to back” to place photo in background and add statement text]</a:t>
            </a:r>
          </a:p>
        </p:txBody>
      </p:sp>
      <p:sp>
        <p:nvSpPr>
          <p:cNvPr id="8" name="Rectangle 7">
            <a:extLst>
              <a:ext uri="{FF2B5EF4-FFF2-40B4-BE49-F238E27FC236}">
                <a16:creationId xmlns:a16="http://schemas.microsoft.com/office/drawing/2014/main" id="{E47B9F5F-8FE9-2016-B06B-5853DC05EEE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 Presentation Title / December 2025</a:t>
            </a:r>
            <a:endParaRPr lang="en-US" dirty="0"/>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 Presentation Title / December 2025</a:t>
            </a:r>
            <a:endParaRPr lang="en-US" dirty="0"/>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CCCC3-84BC-E022-F853-896F135BD133}"/>
              </a:ext>
            </a:extLst>
          </p:cNvPr>
          <p:cNvSpPr>
            <a:spLocks noGrp="1"/>
          </p:cNvSpPr>
          <p:nvPr>
            <p:ph type="sldNum" sz="quarter" idx="12"/>
          </p:nvPr>
        </p:nvSpPr>
        <p:spPr/>
        <p:txBody>
          <a:bodyPr/>
          <a:lstStyle/>
          <a:p>
            <a:fld id="{5246FB18-5DF1-419A-B975-14AFDDD65B9F}" type="slidenum">
              <a:rPr lang="en-US" smtClean="0"/>
              <a:t>1</a:t>
            </a:fld>
            <a:endParaRPr lang="en-US" dirty="0"/>
          </a:p>
        </p:txBody>
      </p:sp>
      <p:sp>
        <p:nvSpPr>
          <p:cNvPr id="3" name="Title 2">
            <a:extLst>
              <a:ext uri="{FF2B5EF4-FFF2-40B4-BE49-F238E27FC236}">
                <a16:creationId xmlns:a16="http://schemas.microsoft.com/office/drawing/2014/main" id="{43814550-A6A0-DDFE-DE0A-FEFC11B86759}"/>
              </a:ext>
            </a:extLst>
          </p:cNvPr>
          <p:cNvSpPr>
            <a:spLocks noGrp="1"/>
          </p:cNvSpPr>
          <p:nvPr>
            <p:ph type="title"/>
          </p:nvPr>
        </p:nvSpPr>
        <p:spPr/>
        <p:txBody>
          <a:bodyPr/>
          <a:lstStyle/>
          <a:p>
            <a:r>
              <a:rPr lang="en-US" dirty="0"/>
              <a:t>Headline Text</a:t>
            </a:r>
          </a:p>
        </p:txBody>
      </p:sp>
      <p:sp>
        <p:nvSpPr>
          <p:cNvPr id="4" name="Content Placeholder 3">
            <a:extLst>
              <a:ext uri="{FF2B5EF4-FFF2-40B4-BE49-F238E27FC236}">
                <a16:creationId xmlns:a16="http://schemas.microsoft.com/office/drawing/2014/main" id="{910341E0-649F-2767-4092-6FA0EE162B9A}"/>
              </a:ext>
            </a:extLst>
          </p:cNvPr>
          <p:cNvSpPr>
            <a:spLocks noGrp="1"/>
          </p:cNvSpPr>
          <p:nvPr>
            <p:ph sz="quarter" idx="17"/>
          </p:nvPr>
        </p:nvSpPr>
        <p:spPr/>
        <p:txBody>
          <a:bodyPr/>
          <a:lstStyle/>
          <a:p>
            <a:r>
              <a:rPr lang="en-US" dirty="0"/>
              <a:t>Main content text for this placeholder. This is sample content to test the layout.</a:t>
            </a:r>
          </a:p>
        </p:txBody>
      </p:sp>
      <p:sp>
        <p:nvSpPr>
          <p:cNvPr id="5" name="Text Placeholder 4">
            <a:extLst>
              <a:ext uri="{FF2B5EF4-FFF2-40B4-BE49-F238E27FC236}">
                <a16:creationId xmlns:a16="http://schemas.microsoft.com/office/drawing/2014/main" id="{C530DACE-A98A-1173-589F-5953BD0D9E58}"/>
              </a:ext>
            </a:extLst>
          </p:cNvPr>
          <p:cNvSpPr>
            <a:spLocks noGrp="1"/>
          </p:cNvSpPr>
          <p:nvPr>
            <p:ph type="body" sz="quarter" idx="15"/>
          </p:nvPr>
        </p:nvSpPr>
        <p:spPr/>
        <p:txBody>
          <a:bodyPr/>
          <a:lstStyle/>
          <a:p>
            <a:r>
              <a:rPr lang="en-US" dirty="0"/>
              <a:t>Sample Source / Legal disclaimer / Footnote</a:t>
            </a:r>
          </a:p>
        </p:txBody>
      </p:sp>
      <p:sp>
        <p:nvSpPr>
          <p:cNvPr id="6" name="Footer Placeholder 5">
            <a:extLst>
              <a:ext uri="{FF2B5EF4-FFF2-40B4-BE49-F238E27FC236}">
                <a16:creationId xmlns:a16="http://schemas.microsoft.com/office/drawing/2014/main" id="{9FED22BE-5734-10B4-1AF8-08A1289676F4}"/>
              </a:ext>
            </a:extLst>
          </p:cNvPr>
          <p:cNvSpPr>
            <a:spLocks noGrp="1"/>
          </p:cNvSpPr>
          <p:nvPr>
            <p:ph type="ftr" sz="quarter" idx="18"/>
          </p:nvPr>
        </p:nvSpPr>
        <p:spPr/>
        <p:txBody>
          <a:bodyPr/>
          <a:lstStyle/>
          <a:p>
            <a:r>
              <a:rPr lang="en-US" dirty="0"/>
              <a:t>Section / Presentation Title / December 2025</a:t>
            </a:r>
          </a:p>
        </p:txBody>
      </p:sp>
    </p:spTree>
    <p:extLst>
      <p:ext uri="{BB962C8B-B14F-4D97-AF65-F5344CB8AC3E}">
        <p14:creationId xmlns:p14="http://schemas.microsoft.com/office/powerpoint/2010/main" val="108401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D69C84-0944-2D5D-0BBF-A064CE37CC3A}"/>
              </a:ext>
            </a:extLst>
          </p:cNvPr>
          <p:cNvSpPr>
            <a:spLocks noGrp="1"/>
          </p:cNvSpPr>
          <p:nvPr>
            <p:ph type="ftr" sz="quarter" idx="20"/>
          </p:nvPr>
        </p:nvSpPr>
        <p:spPr/>
        <p:txBody>
          <a:bodyPr/>
          <a:lstStyle/>
          <a:p>
            <a:r>
              <a:rPr lang="en-US" dirty="0"/>
              <a:t>Section / Presentation Title / December 2025</a:t>
            </a:r>
          </a:p>
        </p:txBody>
      </p:sp>
      <p:sp>
        <p:nvSpPr>
          <p:cNvPr id="3" name="Slide Number Placeholder 2">
            <a:extLst>
              <a:ext uri="{FF2B5EF4-FFF2-40B4-BE49-F238E27FC236}">
                <a16:creationId xmlns:a16="http://schemas.microsoft.com/office/drawing/2014/main" id="{2EF5E152-851A-6C53-BB1F-C8E02696980B}"/>
              </a:ext>
            </a:extLst>
          </p:cNvPr>
          <p:cNvSpPr>
            <a:spLocks noGrp="1"/>
          </p:cNvSpPr>
          <p:nvPr>
            <p:ph type="sldNum" sz="quarter" idx="12"/>
          </p:nvPr>
        </p:nvSpPr>
        <p:spPr/>
        <p:txBody>
          <a:bodyPr/>
          <a:lstStyle/>
          <a:p>
            <a:fld id="{5246FB18-5DF1-419A-B975-14AFDDD65B9F}" type="slidenum">
              <a:rPr lang="en-US" smtClean="0"/>
              <a:t>2</a:t>
            </a:fld>
            <a:endParaRPr lang="en-US" dirty="0"/>
          </a:p>
        </p:txBody>
      </p:sp>
      <p:sp>
        <p:nvSpPr>
          <p:cNvPr id="4" name="Title 3">
            <a:extLst>
              <a:ext uri="{FF2B5EF4-FFF2-40B4-BE49-F238E27FC236}">
                <a16:creationId xmlns:a16="http://schemas.microsoft.com/office/drawing/2014/main" id="{9BD54F68-E828-0A1C-9A35-67DEC3F854FB}"/>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4FCAD36C-3B97-3832-C26A-4BD6C3E11254}"/>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3C8E45E1-99D9-9025-8C47-0D0384E56A48}"/>
              </a:ext>
            </a:extLst>
          </p:cNvPr>
          <p:cNvSpPr>
            <a:spLocks noGrp="1"/>
          </p:cNvSpPr>
          <p:nvPr>
            <p:ph sz="quarter" idx="17"/>
          </p:nvPr>
        </p:nvSpPr>
        <p:spPr/>
        <p:txBody>
          <a:bodyPr/>
          <a:lstStyle/>
          <a:p>
            <a:r>
              <a:rPr lang="en-US" dirty="0"/>
              <a:t>Main content text for this placeholder. This is sample content to test the layout.</a:t>
            </a:r>
          </a:p>
        </p:txBody>
      </p:sp>
      <p:sp>
        <p:nvSpPr>
          <p:cNvPr id="7" name="Text Placeholder 6">
            <a:extLst>
              <a:ext uri="{FF2B5EF4-FFF2-40B4-BE49-F238E27FC236}">
                <a16:creationId xmlns:a16="http://schemas.microsoft.com/office/drawing/2014/main" id="{8888EF72-AD13-8D73-0361-0247E7D9B8C5}"/>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1744858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829A6B-E778-8310-8AD2-7AED121758A7}"/>
              </a:ext>
            </a:extLst>
          </p:cNvPr>
          <p:cNvSpPr>
            <a:spLocks noGrp="1"/>
          </p:cNvSpPr>
          <p:nvPr>
            <p:ph type="ftr" sz="quarter" idx="22"/>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5FF98765-F950-02FF-6304-AEA635F61054}"/>
              </a:ext>
            </a:extLst>
          </p:cNvPr>
          <p:cNvSpPr>
            <a:spLocks noGrp="1"/>
          </p:cNvSpPr>
          <p:nvPr>
            <p:ph type="sldNum" sz="quarter" idx="12"/>
          </p:nvPr>
        </p:nvSpPr>
        <p:spPr/>
        <p:txBody>
          <a:bodyPr/>
          <a:lstStyle/>
          <a:p>
            <a:fld id="{5CFA18E4-D58E-4B28-B105-28D9665A8EBC}" type="slidenum">
              <a:rPr lang="en-US" smtClean="0"/>
              <a:t>3</a:t>
            </a:fld>
            <a:endParaRPr lang="en-US" dirty="0"/>
          </a:p>
        </p:txBody>
      </p:sp>
      <p:sp>
        <p:nvSpPr>
          <p:cNvPr id="4" name="Title 3">
            <a:extLst>
              <a:ext uri="{FF2B5EF4-FFF2-40B4-BE49-F238E27FC236}">
                <a16:creationId xmlns:a16="http://schemas.microsoft.com/office/drawing/2014/main" id="{BA1D9D49-C6A2-8380-70C4-5FC4058EED30}"/>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E6AFF749-C3E8-2822-B92B-0243D4A3DD08}"/>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00150B67-7718-87D3-599D-87C99BCB5A2B}"/>
              </a:ext>
            </a:extLst>
          </p:cNvPr>
          <p:cNvSpPr>
            <a:spLocks noGrp="1"/>
          </p:cNvSpPr>
          <p:nvPr>
            <p:ph sz="quarter" idx="19"/>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028F574D-9C97-40BF-B1D4-49A2FABC7C9F}"/>
              </a:ext>
            </a:extLst>
          </p:cNvPr>
          <p:cNvSpPr>
            <a:spLocks noGrp="1"/>
          </p:cNvSpPr>
          <p:nvPr>
            <p:ph sz="quarter" idx="20"/>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A802EB53-C81B-297A-E83B-E1B53B224052}"/>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1953641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9E52D81-32F6-AD10-2DBC-E0290E472F96}"/>
              </a:ext>
            </a:extLst>
          </p:cNvPr>
          <p:cNvSpPr>
            <a:spLocks noGrp="1"/>
          </p:cNvSpPr>
          <p:nvPr>
            <p:ph type="ftr" sz="quarter" idx="24"/>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9589859E-B5A2-6009-D6B5-571E24C340AB}"/>
              </a:ext>
            </a:extLst>
          </p:cNvPr>
          <p:cNvSpPr>
            <a:spLocks noGrp="1"/>
          </p:cNvSpPr>
          <p:nvPr>
            <p:ph type="sldNum" sz="quarter" idx="12"/>
          </p:nvPr>
        </p:nvSpPr>
        <p:spPr/>
        <p:txBody>
          <a:bodyPr/>
          <a:lstStyle/>
          <a:p>
            <a:fld id="{5CFA18E4-D58E-4B28-B105-28D9665A8EBC}" type="slidenum">
              <a:rPr lang="en-US" smtClean="0"/>
              <a:pPr/>
              <a:t>4</a:t>
            </a:fld>
            <a:endParaRPr lang="en-US" dirty="0"/>
          </a:p>
        </p:txBody>
      </p:sp>
      <p:sp>
        <p:nvSpPr>
          <p:cNvPr id="4" name="Title 3">
            <a:extLst>
              <a:ext uri="{FF2B5EF4-FFF2-40B4-BE49-F238E27FC236}">
                <a16:creationId xmlns:a16="http://schemas.microsoft.com/office/drawing/2014/main" id="{9F9FA2D8-29CA-3516-BC1C-7622B2F1BE1A}"/>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F2823076-7E26-EE40-2F39-1229338CE5C7}"/>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638D4591-2BEE-DD1E-A774-8390C8591664}"/>
              </a:ext>
            </a:extLst>
          </p:cNvPr>
          <p:cNvSpPr>
            <a:spLocks noGrp="1"/>
          </p:cNvSpPr>
          <p:nvPr>
            <p:ph type="body" sz="quarter" idx="16"/>
          </p:nvPr>
        </p:nvSpPr>
        <p:spPr/>
        <p:txBody>
          <a:bodyPr/>
          <a:lstStyle/>
          <a:p>
            <a:r>
              <a:rPr lang="en-US" dirty="0"/>
              <a:t>Subtitle Text</a:t>
            </a:r>
          </a:p>
        </p:txBody>
      </p:sp>
      <p:sp>
        <p:nvSpPr>
          <p:cNvPr id="7" name="Content Placeholder 6">
            <a:extLst>
              <a:ext uri="{FF2B5EF4-FFF2-40B4-BE49-F238E27FC236}">
                <a16:creationId xmlns:a16="http://schemas.microsoft.com/office/drawing/2014/main" id="{BA61D1DF-CBF0-6913-D84C-850CE18C17CE}"/>
              </a:ext>
            </a:extLst>
          </p:cNvPr>
          <p:cNvSpPr>
            <a:spLocks noGrp="1"/>
          </p:cNvSpPr>
          <p:nvPr>
            <p:ph sz="quarter" idx="22"/>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47D4E352-25DD-1366-82A2-60E6011F7A4B}"/>
              </a:ext>
            </a:extLst>
          </p:cNvPr>
          <p:cNvSpPr>
            <a:spLocks noGrp="1"/>
          </p:cNvSpPr>
          <p:nvPr>
            <p:ph type="body" sz="quarter" idx="19"/>
          </p:nvPr>
        </p:nvSpPr>
        <p:spPr/>
        <p:txBody>
          <a:bodyPr/>
          <a:lstStyle/>
          <a:p>
            <a:r>
              <a:rPr lang="en-US" dirty="0"/>
              <a:t>Subtitle Text</a:t>
            </a:r>
          </a:p>
        </p:txBody>
      </p:sp>
      <p:sp>
        <p:nvSpPr>
          <p:cNvPr id="9" name="Content Placeholder 8">
            <a:extLst>
              <a:ext uri="{FF2B5EF4-FFF2-40B4-BE49-F238E27FC236}">
                <a16:creationId xmlns:a16="http://schemas.microsoft.com/office/drawing/2014/main" id="{8F8C7F9B-77CC-B1BB-AD16-FF5D1FAAAD3B}"/>
              </a:ext>
            </a:extLst>
          </p:cNvPr>
          <p:cNvSpPr>
            <a:spLocks noGrp="1"/>
          </p:cNvSpPr>
          <p:nvPr>
            <p:ph sz="quarter" idx="20"/>
          </p:nvPr>
        </p:nvSpPr>
        <p:spPr/>
        <p:txBody>
          <a:bodyPr/>
          <a:lstStyle/>
          <a:p>
            <a:r>
              <a:rPr lang="en-US" dirty="0"/>
              <a:t>Main content text for this placeholder. This is sample content to test the layout.</a:t>
            </a:r>
          </a:p>
        </p:txBody>
      </p:sp>
      <p:sp>
        <p:nvSpPr>
          <p:cNvPr id="10" name="Text Placeholder 9">
            <a:extLst>
              <a:ext uri="{FF2B5EF4-FFF2-40B4-BE49-F238E27FC236}">
                <a16:creationId xmlns:a16="http://schemas.microsoft.com/office/drawing/2014/main" id="{33CFAB26-114A-469C-35FF-D27BB8F4E0A4}"/>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1843949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DF4ABE-0112-D36F-2D76-B7969E5EDA5E}"/>
              </a:ext>
            </a:extLst>
          </p:cNvPr>
          <p:cNvSpPr>
            <a:spLocks noGrp="1"/>
          </p:cNvSpPr>
          <p:nvPr>
            <p:ph type="ftr" sz="quarter" idx="31"/>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C1006C9C-EA6C-090D-BAEA-8C7824263AFF}"/>
              </a:ext>
            </a:extLst>
          </p:cNvPr>
          <p:cNvSpPr>
            <a:spLocks noGrp="1"/>
          </p:cNvSpPr>
          <p:nvPr>
            <p:ph type="sldNum" sz="quarter" idx="12"/>
          </p:nvPr>
        </p:nvSpPr>
        <p:spPr/>
        <p:txBody>
          <a:bodyPr/>
          <a:lstStyle/>
          <a:p>
            <a:fld id="{5CFA18E4-D58E-4B28-B105-28D9665A8EBC}" type="slidenum">
              <a:rPr lang="en-US" smtClean="0"/>
              <a:pPr/>
              <a:t>5</a:t>
            </a:fld>
            <a:endParaRPr lang="en-US" dirty="0"/>
          </a:p>
        </p:txBody>
      </p:sp>
      <p:sp>
        <p:nvSpPr>
          <p:cNvPr id="4" name="Title 3">
            <a:extLst>
              <a:ext uri="{FF2B5EF4-FFF2-40B4-BE49-F238E27FC236}">
                <a16:creationId xmlns:a16="http://schemas.microsoft.com/office/drawing/2014/main" id="{CB04CBBB-993D-873C-EBD6-38A3A992CBDA}"/>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9CD3211C-221A-3A4B-5AAA-8C3137183428}"/>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9991FF79-A63A-2E02-A7FC-030406484F17}"/>
              </a:ext>
            </a:extLst>
          </p:cNvPr>
          <p:cNvSpPr>
            <a:spLocks noGrp="1"/>
          </p:cNvSpPr>
          <p:nvPr>
            <p:ph type="body" sz="quarter" idx="16"/>
          </p:nvPr>
        </p:nvSpPr>
        <p:spPr/>
        <p:txBody>
          <a:bodyPr/>
          <a:lstStyle/>
          <a:p>
            <a:r>
              <a:rPr lang="en-US" dirty="0"/>
              <a:t>Subtitle Text</a:t>
            </a:r>
          </a:p>
        </p:txBody>
      </p:sp>
      <p:sp>
        <p:nvSpPr>
          <p:cNvPr id="7" name="Text Placeholder 6">
            <a:extLst>
              <a:ext uri="{FF2B5EF4-FFF2-40B4-BE49-F238E27FC236}">
                <a16:creationId xmlns:a16="http://schemas.microsoft.com/office/drawing/2014/main" id="{6A7A56BE-1ED5-8318-379E-DDDAD75AB279}"/>
              </a:ext>
            </a:extLst>
          </p:cNvPr>
          <p:cNvSpPr>
            <a:spLocks noGrp="1"/>
          </p:cNvSpPr>
          <p:nvPr>
            <p:ph type="body" sz="quarter" idx="24"/>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FD6ADC7A-63E3-1E8A-061A-A5BB82820D4B}"/>
              </a:ext>
            </a:extLst>
          </p:cNvPr>
          <p:cNvSpPr>
            <a:spLocks noGrp="1"/>
          </p:cNvSpPr>
          <p:nvPr>
            <p:ph type="body" sz="quarter" idx="17"/>
          </p:nvPr>
        </p:nvSpPr>
        <p:spPr/>
        <p:txBody>
          <a:bodyPr/>
          <a:lstStyle/>
          <a:p>
            <a:r>
              <a:rPr lang="en-US" dirty="0"/>
              <a:t>Subtitle Text</a:t>
            </a:r>
          </a:p>
        </p:txBody>
      </p:sp>
      <p:sp>
        <p:nvSpPr>
          <p:cNvPr id="9" name="Text Placeholder 8">
            <a:extLst>
              <a:ext uri="{FF2B5EF4-FFF2-40B4-BE49-F238E27FC236}">
                <a16:creationId xmlns:a16="http://schemas.microsoft.com/office/drawing/2014/main" id="{39D14E8A-D406-2413-4331-7D103F029659}"/>
              </a:ext>
            </a:extLst>
          </p:cNvPr>
          <p:cNvSpPr>
            <a:spLocks noGrp="1"/>
          </p:cNvSpPr>
          <p:nvPr>
            <p:ph type="body" sz="quarter" idx="25"/>
          </p:nvPr>
        </p:nvSpPr>
        <p:spPr/>
        <p:txBody>
          <a:bodyPr/>
          <a:lstStyle/>
          <a:p>
            <a:r>
              <a:rPr lang="en-US" dirty="0"/>
              <a:t>Main content text for this placeholder. This is sample content to test the layout.</a:t>
            </a:r>
          </a:p>
        </p:txBody>
      </p:sp>
      <p:sp>
        <p:nvSpPr>
          <p:cNvPr id="10" name="Text Placeholder 9">
            <a:extLst>
              <a:ext uri="{FF2B5EF4-FFF2-40B4-BE49-F238E27FC236}">
                <a16:creationId xmlns:a16="http://schemas.microsoft.com/office/drawing/2014/main" id="{1185A919-9D94-5CAC-BBBB-382838C68C69}"/>
              </a:ext>
            </a:extLst>
          </p:cNvPr>
          <p:cNvSpPr>
            <a:spLocks noGrp="1"/>
          </p:cNvSpPr>
          <p:nvPr>
            <p:ph type="body" sz="quarter" idx="19"/>
          </p:nvPr>
        </p:nvSpPr>
        <p:spPr/>
        <p:txBody>
          <a:bodyPr/>
          <a:lstStyle/>
          <a:p>
            <a:r>
              <a:rPr lang="en-US" dirty="0"/>
              <a:t>Subtitle Text</a:t>
            </a:r>
          </a:p>
        </p:txBody>
      </p:sp>
      <p:sp>
        <p:nvSpPr>
          <p:cNvPr id="11" name="Text Placeholder 10">
            <a:extLst>
              <a:ext uri="{FF2B5EF4-FFF2-40B4-BE49-F238E27FC236}">
                <a16:creationId xmlns:a16="http://schemas.microsoft.com/office/drawing/2014/main" id="{0EEA8B0A-61EC-FF3B-E180-A184F90148FB}"/>
              </a:ext>
            </a:extLst>
          </p:cNvPr>
          <p:cNvSpPr>
            <a:spLocks noGrp="1"/>
          </p:cNvSpPr>
          <p:nvPr>
            <p:ph type="body" sz="quarter" idx="26"/>
          </p:nvPr>
        </p:nvSpPr>
        <p:spPr/>
        <p:txBody>
          <a:bodyPr/>
          <a:lstStyle/>
          <a:p>
            <a:r>
              <a:rPr lang="en-US" dirty="0"/>
              <a:t>Main content text for this placeholder. This is sample content to test the layout.</a:t>
            </a:r>
          </a:p>
        </p:txBody>
      </p:sp>
      <p:sp>
        <p:nvSpPr>
          <p:cNvPr id="12" name="Text Placeholder 11">
            <a:extLst>
              <a:ext uri="{FF2B5EF4-FFF2-40B4-BE49-F238E27FC236}">
                <a16:creationId xmlns:a16="http://schemas.microsoft.com/office/drawing/2014/main" id="{5A8BD315-231F-FEF1-ED3F-8E731E9A581D}"/>
              </a:ext>
            </a:extLst>
          </p:cNvPr>
          <p:cNvSpPr>
            <a:spLocks noGrp="1"/>
          </p:cNvSpPr>
          <p:nvPr>
            <p:ph type="body" sz="quarter" idx="21"/>
          </p:nvPr>
        </p:nvSpPr>
        <p:spPr/>
        <p:txBody>
          <a:bodyPr/>
          <a:lstStyle/>
          <a:p>
            <a:r>
              <a:rPr lang="en-US" dirty="0"/>
              <a:t>Subtitle Text</a:t>
            </a:r>
          </a:p>
        </p:txBody>
      </p:sp>
      <p:sp>
        <p:nvSpPr>
          <p:cNvPr id="13" name="Text Placeholder 12">
            <a:extLst>
              <a:ext uri="{FF2B5EF4-FFF2-40B4-BE49-F238E27FC236}">
                <a16:creationId xmlns:a16="http://schemas.microsoft.com/office/drawing/2014/main" id="{91AA8782-12FE-D100-3F27-CE76B0B0B47C}"/>
              </a:ext>
            </a:extLst>
          </p:cNvPr>
          <p:cNvSpPr>
            <a:spLocks noGrp="1"/>
          </p:cNvSpPr>
          <p:nvPr>
            <p:ph type="body" sz="quarter" idx="27"/>
          </p:nvPr>
        </p:nvSpPr>
        <p:spPr/>
        <p:txBody>
          <a:bodyPr/>
          <a:lstStyle/>
          <a:p>
            <a:r>
              <a:rPr lang="en-US" dirty="0"/>
              <a:t>Main content text for this placeholder. This is sample content to test the layout.</a:t>
            </a:r>
          </a:p>
        </p:txBody>
      </p:sp>
      <p:sp>
        <p:nvSpPr>
          <p:cNvPr id="14" name="Text Placeholder 13">
            <a:extLst>
              <a:ext uri="{FF2B5EF4-FFF2-40B4-BE49-F238E27FC236}">
                <a16:creationId xmlns:a16="http://schemas.microsoft.com/office/drawing/2014/main" id="{3E6D084B-3F64-29C0-FF41-DA49AE70A761}"/>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786439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3D6BC9-41FC-0BA7-3207-474AF33233B4}"/>
              </a:ext>
            </a:extLst>
          </p:cNvPr>
          <p:cNvSpPr>
            <a:spLocks noGrp="1"/>
          </p:cNvSpPr>
          <p:nvPr>
            <p:ph type="ftr" sz="quarter" idx="31"/>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18E2724C-8000-2B51-9AD9-3CE1D9A012E3}"/>
              </a:ext>
            </a:extLst>
          </p:cNvPr>
          <p:cNvSpPr>
            <a:spLocks noGrp="1"/>
          </p:cNvSpPr>
          <p:nvPr>
            <p:ph type="sldNum" sz="quarter" idx="12"/>
          </p:nvPr>
        </p:nvSpPr>
        <p:spPr/>
        <p:txBody>
          <a:bodyPr/>
          <a:lstStyle/>
          <a:p>
            <a:fld id="{5CFA18E4-D58E-4B28-B105-28D9665A8EBC}" type="slidenum">
              <a:rPr lang="en-US" smtClean="0"/>
              <a:pPr/>
              <a:t>6</a:t>
            </a:fld>
            <a:endParaRPr lang="en-US" dirty="0"/>
          </a:p>
        </p:txBody>
      </p:sp>
      <p:sp>
        <p:nvSpPr>
          <p:cNvPr id="4" name="Title 3">
            <a:extLst>
              <a:ext uri="{FF2B5EF4-FFF2-40B4-BE49-F238E27FC236}">
                <a16:creationId xmlns:a16="http://schemas.microsoft.com/office/drawing/2014/main" id="{D6D5E8A7-95C3-E7EC-F962-EF154C36A314}"/>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EE43D219-228F-7264-0F7F-59B05002C8E9}"/>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A6F38E4B-5C4B-039F-D23D-363F68DAF26F}"/>
              </a:ext>
            </a:extLst>
          </p:cNvPr>
          <p:cNvSpPr>
            <a:spLocks noGrp="1"/>
          </p:cNvSpPr>
          <p:nvPr>
            <p:ph type="body" sz="quarter" idx="16"/>
          </p:nvPr>
        </p:nvSpPr>
        <p:spPr/>
        <p:txBody>
          <a:bodyPr/>
          <a:lstStyle/>
          <a:p>
            <a:r>
              <a:rPr lang="en-US" dirty="0"/>
              <a:t>Subtitle Text</a:t>
            </a:r>
          </a:p>
        </p:txBody>
      </p:sp>
      <p:sp>
        <p:nvSpPr>
          <p:cNvPr id="7" name="Text Placeholder 6">
            <a:extLst>
              <a:ext uri="{FF2B5EF4-FFF2-40B4-BE49-F238E27FC236}">
                <a16:creationId xmlns:a16="http://schemas.microsoft.com/office/drawing/2014/main" id="{ED47DE3E-EB5C-7C5D-7DDE-97F2245C9E0B}"/>
              </a:ext>
            </a:extLst>
          </p:cNvPr>
          <p:cNvSpPr>
            <a:spLocks noGrp="1"/>
          </p:cNvSpPr>
          <p:nvPr>
            <p:ph type="body" sz="quarter" idx="24"/>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CA64DD43-1000-0ED7-F1AA-34C263DB0968}"/>
              </a:ext>
            </a:extLst>
          </p:cNvPr>
          <p:cNvSpPr>
            <a:spLocks noGrp="1"/>
          </p:cNvSpPr>
          <p:nvPr>
            <p:ph type="body" sz="quarter" idx="17"/>
          </p:nvPr>
        </p:nvSpPr>
        <p:spPr/>
        <p:txBody>
          <a:bodyPr/>
          <a:lstStyle/>
          <a:p>
            <a:r>
              <a:rPr lang="en-US" dirty="0"/>
              <a:t>Subtitle Text</a:t>
            </a:r>
          </a:p>
        </p:txBody>
      </p:sp>
      <p:sp>
        <p:nvSpPr>
          <p:cNvPr id="9" name="Text Placeholder 8">
            <a:extLst>
              <a:ext uri="{FF2B5EF4-FFF2-40B4-BE49-F238E27FC236}">
                <a16:creationId xmlns:a16="http://schemas.microsoft.com/office/drawing/2014/main" id="{A682972D-5B5B-358E-6A5C-CBB264648013}"/>
              </a:ext>
            </a:extLst>
          </p:cNvPr>
          <p:cNvSpPr>
            <a:spLocks noGrp="1"/>
          </p:cNvSpPr>
          <p:nvPr>
            <p:ph type="body" sz="quarter" idx="25"/>
          </p:nvPr>
        </p:nvSpPr>
        <p:spPr/>
        <p:txBody>
          <a:bodyPr/>
          <a:lstStyle/>
          <a:p>
            <a:r>
              <a:rPr lang="en-US" dirty="0"/>
              <a:t>Main content text for this placeholder. This is sample content to test the layout.</a:t>
            </a:r>
          </a:p>
        </p:txBody>
      </p:sp>
      <p:sp>
        <p:nvSpPr>
          <p:cNvPr id="10" name="Text Placeholder 9">
            <a:extLst>
              <a:ext uri="{FF2B5EF4-FFF2-40B4-BE49-F238E27FC236}">
                <a16:creationId xmlns:a16="http://schemas.microsoft.com/office/drawing/2014/main" id="{CDF387F2-865B-4082-8D07-7A829072219B}"/>
              </a:ext>
            </a:extLst>
          </p:cNvPr>
          <p:cNvSpPr>
            <a:spLocks noGrp="1"/>
          </p:cNvSpPr>
          <p:nvPr>
            <p:ph type="body" sz="quarter" idx="19"/>
          </p:nvPr>
        </p:nvSpPr>
        <p:spPr/>
        <p:txBody>
          <a:bodyPr/>
          <a:lstStyle/>
          <a:p>
            <a:r>
              <a:rPr lang="en-US" dirty="0"/>
              <a:t>Subtitle Text</a:t>
            </a:r>
          </a:p>
        </p:txBody>
      </p:sp>
      <p:sp>
        <p:nvSpPr>
          <p:cNvPr id="11" name="Text Placeholder 10">
            <a:extLst>
              <a:ext uri="{FF2B5EF4-FFF2-40B4-BE49-F238E27FC236}">
                <a16:creationId xmlns:a16="http://schemas.microsoft.com/office/drawing/2014/main" id="{0FE53F9F-64E7-7CB0-86C7-1A7A8B0B80D5}"/>
              </a:ext>
            </a:extLst>
          </p:cNvPr>
          <p:cNvSpPr>
            <a:spLocks noGrp="1"/>
          </p:cNvSpPr>
          <p:nvPr>
            <p:ph type="body" sz="quarter" idx="26"/>
          </p:nvPr>
        </p:nvSpPr>
        <p:spPr/>
        <p:txBody>
          <a:bodyPr/>
          <a:lstStyle/>
          <a:p>
            <a:r>
              <a:rPr lang="en-US" dirty="0"/>
              <a:t>Main content text for this placeholder. This is sample content to test the layout.</a:t>
            </a:r>
          </a:p>
        </p:txBody>
      </p:sp>
      <p:sp>
        <p:nvSpPr>
          <p:cNvPr id="12" name="Text Placeholder 11">
            <a:extLst>
              <a:ext uri="{FF2B5EF4-FFF2-40B4-BE49-F238E27FC236}">
                <a16:creationId xmlns:a16="http://schemas.microsoft.com/office/drawing/2014/main" id="{6DCA0D7E-E95A-6C33-17DE-856B3965FD87}"/>
              </a:ext>
            </a:extLst>
          </p:cNvPr>
          <p:cNvSpPr>
            <a:spLocks noGrp="1"/>
          </p:cNvSpPr>
          <p:nvPr>
            <p:ph type="body" sz="quarter" idx="21"/>
          </p:nvPr>
        </p:nvSpPr>
        <p:spPr/>
        <p:txBody>
          <a:bodyPr/>
          <a:lstStyle/>
          <a:p>
            <a:r>
              <a:rPr lang="en-US" dirty="0"/>
              <a:t>Subtitle Text</a:t>
            </a:r>
          </a:p>
        </p:txBody>
      </p:sp>
      <p:sp>
        <p:nvSpPr>
          <p:cNvPr id="13" name="Text Placeholder 12">
            <a:extLst>
              <a:ext uri="{FF2B5EF4-FFF2-40B4-BE49-F238E27FC236}">
                <a16:creationId xmlns:a16="http://schemas.microsoft.com/office/drawing/2014/main" id="{88BB0A4A-D539-6B62-472B-A2BB0C9C089F}"/>
              </a:ext>
            </a:extLst>
          </p:cNvPr>
          <p:cNvSpPr>
            <a:spLocks noGrp="1"/>
          </p:cNvSpPr>
          <p:nvPr>
            <p:ph type="body" sz="quarter" idx="27"/>
          </p:nvPr>
        </p:nvSpPr>
        <p:spPr/>
        <p:txBody>
          <a:bodyPr/>
          <a:lstStyle/>
          <a:p>
            <a:r>
              <a:rPr lang="en-US" dirty="0"/>
              <a:t>Main content text for this placeholder. This is sample content to test the layout.</a:t>
            </a:r>
          </a:p>
        </p:txBody>
      </p:sp>
      <p:sp>
        <p:nvSpPr>
          <p:cNvPr id="14" name="Text Placeholder 13">
            <a:extLst>
              <a:ext uri="{FF2B5EF4-FFF2-40B4-BE49-F238E27FC236}">
                <a16:creationId xmlns:a16="http://schemas.microsoft.com/office/drawing/2014/main" id="{DBE4EC94-5735-CBF0-AF62-E0A72A92E51B}"/>
              </a:ext>
            </a:extLst>
          </p:cNvPr>
          <p:cNvSpPr>
            <a:spLocks noGrp="1"/>
          </p:cNvSpPr>
          <p:nvPr>
            <p:ph type="body" sz="quarter" idx="23"/>
          </p:nvPr>
        </p:nvSpPr>
        <p:spPr/>
        <p:txBody>
          <a:bodyPr/>
          <a:lstStyle/>
          <a:p>
            <a:r>
              <a:rPr lang="en-US" dirty="0"/>
              <a:t>Subtitle Text</a:t>
            </a:r>
          </a:p>
        </p:txBody>
      </p:sp>
      <p:sp>
        <p:nvSpPr>
          <p:cNvPr id="15" name="Text Placeholder 14">
            <a:extLst>
              <a:ext uri="{FF2B5EF4-FFF2-40B4-BE49-F238E27FC236}">
                <a16:creationId xmlns:a16="http://schemas.microsoft.com/office/drawing/2014/main" id="{03CB7699-BF70-9963-C43A-E84FEAAF2CCA}"/>
              </a:ext>
            </a:extLst>
          </p:cNvPr>
          <p:cNvSpPr>
            <a:spLocks noGrp="1"/>
          </p:cNvSpPr>
          <p:nvPr>
            <p:ph type="body" sz="quarter" idx="28"/>
          </p:nvPr>
        </p:nvSpPr>
        <p:spPr/>
        <p:txBody>
          <a:bodyPr/>
          <a:lstStyle/>
          <a:p>
            <a:r>
              <a:rPr lang="en-US" dirty="0"/>
              <a:t>Main content text for this placeholder. This is sample content to test the layout.</a:t>
            </a:r>
          </a:p>
        </p:txBody>
      </p:sp>
      <p:sp>
        <p:nvSpPr>
          <p:cNvPr id="16" name="Text Placeholder 15">
            <a:extLst>
              <a:ext uri="{FF2B5EF4-FFF2-40B4-BE49-F238E27FC236}">
                <a16:creationId xmlns:a16="http://schemas.microsoft.com/office/drawing/2014/main" id="{D4F6ECFD-D63E-FBCE-8524-F6548746967F}"/>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2397699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524271-B687-A830-57B9-CA6981427251}"/>
              </a:ext>
            </a:extLst>
          </p:cNvPr>
          <p:cNvSpPr>
            <a:spLocks noGrp="1"/>
          </p:cNvSpPr>
          <p:nvPr>
            <p:ph type="ftr" sz="quarter" idx="23"/>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60B441D6-8E2C-11E1-FD7A-172FEED0B32A}"/>
              </a:ext>
            </a:extLst>
          </p:cNvPr>
          <p:cNvSpPr>
            <a:spLocks noGrp="1"/>
          </p:cNvSpPr>
          <p:nvPr>
            <p:ph type="sldNum" sz="quarter" idx="12"/>
          </p:nvPr>
        </p:nvSpPr>
        <p:spPr/>
        <p:txBody>
          <a:bodyPr/>
          <a:lstStyle/>
          <a:p>
            <a:fld id="{5CFA18E4-D58E-4B28-B105-28D9665A8EBC}" type="slidenum">
              <a:rPr lang="en-US" smtClean="0"/>
              <a:t>7</a:t>
            </a:fld>
            <a:endParaRPr lang="en-US" dirty="0"/>
          </a:p>
        </p:txBody>
      </p:sp>
      <p:sp>
        <p:nvSpPr>
          <p:cNvPr id="4" name="Title 3">
            <a:extLst>
              <a:ext uri="{FF2B5EF4-FFF2-40B4-BE49-F238E27FC236}">
                <a16:creationId xmlns:a16="http://schemas.microsoft.com/office/drawing/2014/main" id="{2F8F125E-E108-58B2-3906-48ABB531D58F}"/>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7F19442D-90B2-713C-49F3-1D1A7D45D0E5}"/>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A4686318-D561-31E5-08E5-76343A20F1BC}"/>
              </a:ext>
            </a:extLst>
          </p:cNvPr>
          <p:cNvSpPr>
            <a:spLocks noGrp="1"/>
          </p:cNvSpPr>
          <p:nvPr>
            <p:ph sz="quarter" idx="22"/>
          </p:nvPr>
        </p:nvSpPr>
        <p:spPr/>
        <p:txBody>
          <a:bodyPr/>
          <a:lstStyle/>
          <a:p>
            <a:r>
              <a:rPr lang="en-US" dirty="0"/>
              <a:t>Main content text for this placeholder. This is sample content to test the layout.</a:t>
            </a:r>
          </a:p>
        </p:txBody>
      </p:sp>
      <p:sp>
        <p:nvSpPr>
          <p:cNvPr id="7" name="Text Placeholder 6">
            <a:extLst>
              <a:ext uri="{FF2B5EF4-FFF2-40B4-BE49-F238E27FC236}">
                <a16:creationId xmlns:a16="http://schemas.microsoft.com/office/drawing/2014/main" id="{D5A5165D-CDD8-B7A2-AFE2-6ADF1F525107}"/>
              </a:ext>
            </a:extLst>
          </p:cNvPr>
          <p:cNvSpPr>
            <a:spLocks noGrp="1"/>
          </p:cNvSpPr>
          <p:nvPr>
            <p:ph type="body" sz="half" idx="2"/>
          </p:nvPr>
        </p:nvSpPr>
        <p:spPr/>
        <p:txBody>
          <a:bodyPr/>
          <a:lstStyle/>
          <a:p>
            <a:r>
              <a:rPr lang="en-US" dirty="0"/>
              <a:t>Sidebar text for this placeholder. </a:t>
            </a:r>
          </a:p>
        </p:txBody>
      </p:sp>
      <p:sp>
        <p:nvSpPr>
          <p:cNvPr id="8" name="Text Placeholder 7">
            <a:extLst>
              <a:ext uri="{FF2B5EF4-FFF2-40B4-BE49-F238E27FC236}">
                <a16:creationId xmlns:a16="http://schemas.microsoft.com/office/drawing/2014/main" id="{D6A56386-24F9-8DC9-13DC-049AD6B9672C}"/>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2700782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FED142-134D-0DC7-8F6C-02C25C218D37}"/>
              </a:ext>
            </a:extLst>
          </p:cNvPr>
          <p:cNvSpPr>
            <a:spLocks noGrp="1"/>
          </p:cNvSpPr>
          <p:nvPr>
            <p:ph type="ftr" sz="quarter" idx="20"/>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4CA50173-4225-2AD7-407B-2A0CC2E441BE}"/>
              </a:ext>
            </a:extLst>
          </p:cNvPr>
          <p:cNvSpPr>
            <a:spLocks noGrp="1"/>
          </p:cNvSpPr>
          <p:nvPr>
            <p:ph type="sldNum" sz="quarter" idx="12"/>
          </p:nvPr>
        </p:nvSpPr>
        <p:spPr/>
        <p:txBody>
          <a:bodyPr/>
          <a:lstStyle/>
          <a:p>
            <a:fld id="{5246FB18-5DF1-419A-B975-14AFDDD65B9F}" type="slidenum">
              <a:rPr lang="en-US" smtClean="0"/>
              <a:t>8</a:t>
            </a:fld>
            <a:endParaRPr lang="en-US" dirty="0"/>
          </a:p>
        </p:txBody>
      </p:sp>
      <p:sp>
        <p:nvSpPr>
          <p:cNvPr id="4" name="Title 3">
            <a:extLst>
              <a:ext uri="{FF2B5EF4-FFF2-40B4-BE49-F238E27FC236}">
                <a16:creationId xmlns:a16="http://schemas.microsoft.com/office/drawing/2014/main" id="{FF9B3A82-D1D9-E4CE-7D4A-E474FF7245F3}"/>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B88BC982-E708-02B6-17B3-02B06F82090F}"/>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06EE4FF4-CA35-58A1-FD5C-E6B5163E2B64}"/>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809782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601836-6D41-0F31-C13B-F0D1768E9DFE}"/>
              </a:ext>
            </a:extLst>
          </p:cNvPr>
          <p:cNvSpPr>
            <a:spLocks noGrp="1"/>
          </p:cNvSpPr>
          <p:nvPr>
            <p:ph type="ftr" sz="quarter" idx="20"/>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14C7434C-0727-89F6-2E99-2EFEA3DA1062}"/>
              </a:ext>
            </a:extLst>
          </p:cNvPr>
          <p:cNvSpPr>
            <a:spLocks noGrp="1"/>
          </p:cNvSpPr>
          <p:nvPr>
            <p:ph type="sldNum" sz="quarter" idx="12"/>
          </p:nvPr>
        </p:nvSpPr>
        <p:spPr/>
        <p:txBody>
          <a:bodyPr/>
          <a:lstStyle/>
          <a:p>
            <a:fld id="{5CFA18E4-D58E-4B28-B105-28D9665A8EBC}" type="slidenum">
              <a:rPr lang="en-US" smtClean="0"/>
              <a:t>9</a:t>
            </a:fld>
            <a:endParaRPr lang="en-US" dirty="0"/>
          </a:p>
        </p:txBody>
      </p:sp>
    </p:spTree>
    <p:extLst>
      <p:ext uri="{BB962C8B-B14F-4D97-AF65-F5344CB8AC3E}">
        <p14:creationId xmlns:p14="http://schemas.microsoft.com/office/powerpoint/2010/main" val="2000732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EC5061C-BE04-3895-33CE-364645FA945A}"/>
              </a:ext>
            </a:extLst>
          </p:cNvPr>
          <p:cNvSpPr>
            <a:spLocks noGrp="1"/>
          </p:cNvSpPr>
          <p:nvPr>
            <p:ph type="ftr" sz="quarter" idx="24"/>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9B6DDE29-0721-9941-DC45-2ECDFD317D3C}"/>
              </a:ext>
            </a:extLst>
          </p:cNvPr>
          <p:cNvSpPr>
            <a:spLocks noGrp="1"/>
          </p:cNvSpPr>
          <p:nvPr>
            <p:ph type="sldNum" sz="quarter" idx="12"/>
          </p:nvPr>
        </p:nvSpPr>
        <p:spPr/>
        <p:txBody>
          <a:bodyPr/>
          <a:lstStyle/>
          <a:p>
            <a:fld id="{5CFA18E4-D58E-4B28-B105-28D9665A8EBC}" type="slidenum">
              <a:rPr lang="en-US" smtClean="0"/>
              <a:pPr/>
              <a:t>10</a:t>
            </a:fld>
            <a:endParaRPr lang="en-US" dirty="0"/>
          </a:p>
        </p:txBody>
      </p:sp>
      <p:sp>
        <p:nvSpPr>
          <p:cNvPr id="4" name="Title 3">
            <a:extLst>
              <a:ext uri="{FF2B5EF4-FFF2-40B4-BE49-F238E27FC236}">
                <a16:creationId xmlns:a16="http://schemas.microsoft.com/office/drawing/2014/main" id="{0ECBE4D5-58CF-6B9E-FE33-D1AB7BF20FCD}"/>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9B11C355-720F-80F4-9184-0B56CB14CFAC}"/>
              </a:ext>
            </a:extLst>
          </p:cNvPr>
          <p:cNvSpPr>
            <a:spLocks noGrp="1"/>
          </p:cNvSpPr>
          <p:nvPr>
            <p:ph type="body" sz="quarter" idx="18"/>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1F63E5D9-35A8-1D81-3E02-2846E6FDC662}"/>
              </a:ext>
            </a:extLst>
          </p:cNvPr>
          <p:cNvSpPr>
            <a:spLocks noGrp="1"/>
          </p:cNvSpPr>
          <p:nvPr>
            <p:ph sz="quarter" idx="23"/>
          </p:nvPr>
        </p:nvSpPr>
        <p:spPr/>
        <p:txBody>
          <a:bodyPr/>
          <a:lstStyle/>
          <a:p>
            <a:r>
              <a:rPr lang="en-US" dirty="0"/>
              <a:t>Main content text for this placeholder. This is sample content to test the layout.</a:t>
            </a:r>
          </a:p>
        </p:txBody>
      </p:sp>
      <p:sp>
        <p:nvSpPr>
          <p:cNvPr id="7" name="Text Placeholder 6">
            <a:extLst>
              <a:ext uri="{FF2B5EF4-FFF2-40B4-BE49-F238E27FC236}">
                <a16:creationId xmlns:a16="http://schemas.microsoft.com/office/drawing/2014/main" id="{CED26592-C6EF-10F0-94FB-9356B47A04A9}"/>
              </a:ext>
            </a:extLst>
          </p:cNvPr>
          <p:cNvSpPr>
            <a:spLocks noGrp="1"/>
          </p:cNvSpPr>
          <p:nvPr>
            <p:ph type="body" sz="quarter" idx="15"/>
          </p:nvPr>
        </p:nvSpPr>
        <p:spPr/>
        <p:txBody>
          <a:bodyPr/>
          <a:lstStyle/>
          <a:p>
            <a:r>
              <a:rPr lang="en-US" dirty="0"/>
              <a:t>Sample Source / Legal disclaimer / Footnote</a:t>
            </a:r>
          </a:p>
        </p:txBody>
      </p:sp>
      <p:sp>
        <p:nvSpPr>
          <p:cNvPr id="8" name="Picture Placeholder 7">
            <a:extLst>
              <a:ext uri="{FF2B5EF4-FFF2-40B4-BE49-F238E27FC236}">
                <a16:creationId xmlns:a16="http://schemas.microsoft.com/office/drawing/2014/main" id="{8262D889-D082-2525-8952-C78293A89501}"/>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2581892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67CE5FC-ED5E-02B9-BDC5-B6B8F8DDA082}"/>
              </a:ext>
            </a:extLst>
          </p:cNvPr>
          <p:cNvSpPr>
            <a:spLocks noGrp="1"/>
          </p:cNvSpPr>
          <p:nvPr>
            <p:ph type="pic" sz="quarter" idx="15"/>
          </p:nvPr>
        </p:nvSpPr>
        <p:spPr/>
        <p:txBody>
          <a:bodyPr/>
          <a:lstStyle/>
          <a:p>
            <a:endParaRPr lang="en-US"/>
          </a:p>
        </p:txBody>
      </p:sp>
      <p:sp>
        <p:nvSpPr>
          <p:cNvPr id="3" name="Footer Placeholder 2">
            <a:extLst>
              <a:ext uri="{FF2B5EF4-FFF2-40B4-BE49-F238E27FC236}">
                <a16:creationId xmlns:a16="http://schemas.microsoft.com/office/drawing/2014/main" id="{145AF453-6D8D-D523-6BBB-342CB2AC7D4D}"/>
              </a:ext>
            </a:extLst>
          </p:cNvPr>
          <p:cNvSpPr>
            <a:spLocks noGrp="1"/>
          </p:cNvSpPr>
          <p:nvPr>
            <p:ph type="ftr" sz="quarter" idx="24"/>
          </p:nvPr>
        </p:nvSpPr>
        <p:spPr/>
        <p:txBody>
          <a:bodyPr/>
          <a:lstStyle/>
          <a:p>
            <a:r>
              <a:rPr lang="en-US"/>
              <a:t>Section / Presentation Title / December 2025</a:t>
            </a:r>
            <a:endParaRPr lang="en-US" dirty="0"/>
          </a:p>
        </p:txBody>
      </p:sp>
      <p:sp>
        <p:nvSpPr>
          <p:cNvPr id="4" name="Slide Number Placeholder 3">
            <a:extLst>
              <a:ext uri="{FF2B5EF4-FFF2-40B4-BE49-F238E27FC236}">
                <a16:creationId xmlns:a16="http://schemas.microsoft.com/office/drawing/2014/main" id="{B9F3681D-3F0C-6D1A-13DB-B67CBA0EB908}"/>
              </a:ext>
            </a:extLst>
          </p:cNvPr>
          <p:cNvSpPr>
            <a:spLocks noGrp="1"/>
          </p:cNvSpPr>
          <p:nvPr>
            <p:ph type="sldNum" sz="quarter" idx="12"/>
          </p:nvPr>
        </p:nvSpPr>
        <p:spPr/>
        <p:txBody>
          <a:bodyPr/>
          <a:lstStyle/>
          <a:p>
            <a:fld id="{5CFA18E4-D58E-4B28-B105-28D9665A8EBC}" type="slidenum">
              <a:rPr lang="en-US" smtClean="0"/>
              <a:pPr/>
              <a:t>11</a:t>
            </a:fld>
            <a:endParaRPr lang="en-US" dirty="0"/>
          </a:p>
        </p:txBody>
      </p:sp>
      <p:sp>
        <p:nvSpPr>
          <p:cNvPr id="5" name="Title 4">
            <a:extLst>
              <a:ext uri="{FF2B5EF4-FFF2-40B4-BE49-F238E27FC236}">
                <a16:creationId xmlns:a16="http://schemas.microsoft.com/office/drawing/2014/main" id="{09F666A4-27C6-D13B-5A0E-1252B2CFE0E7}"/>
              </a:ext>
            </a:extLst>
          </p:cNvPr>
          <p:cNvSpPr>
            <a:spLocks noGrp="1"/>
          </p:cNvSpPr>
          <p:nvPr>
            <p:ph type="title"/>
          </p:nvPr>
        </p:nvSpPr>
        <p:spPr/>
        <p:txBody>
          <a:bodyPr/>
          <a:lstStyle/>
          <a:p>
            <a:r>
              <a:rPr lang="en-US" dirty="0"/>
              <a:t>Headline text</a:t>
            </a:r>
          </a:p>
        </p:txBody>
      </p:sp>
      <p:sp>
        <p:nvSpPr>
          <p:cNvPr id="6" name="Text Placeholder 5">
            <a:extLst>
              <a:ext uri="{FF2B5EF4-FFF2-40B4-BE49-F238E27FC236}">
                <a16:creationId xmlns:a16="http://schemas.microsoft.com/office/drawing/2014/main" id="{9EDAF472-9E53-968F-C9D4-C6645D0F3182}"/>
              </a:ext>
            </a:extLst>
          </p:cNvPr>
          <p:cNvSpPr>
            <a:spLocks noGrp="1"/>
          </p:cNvSpPr>
          <p:nvPr>
            <p:ph type="body" sz="quarter" idx="18"/>
          </p:nvPr>
        </p:nvSpPr>
        <p:spPr/>
        <p:txBody>
          <a:bodyPr/>
          <a:lstStyle/>
          <a:p>
            <a:r>
              <a:rPr lang="en-US" dirty="0" err="1"/>
              <a:t>Subheadline</a:t>
            </a:r>
            <a:r>
              <a:rPr lang="en-US" dirty="0"/>
              <a:t> Text</a:t>
            </a:r>
          </a:p>
        </p:txBody>
      </p:sp>
      <p:sp>
        <p:nvSpPr>
          <p:cNvPr id="7" name="Content Placeholder 6">
            <a:extLst>
              <a:ext uri="{FF2B5EF4-FFF2-40B4-BE49-F238E27FC236}">
                <a16:creationId xmlns:a16="http://schemas.microsoft.com/office/drawing/2014/main" id="{1F38CEDF-626E-C26B-DB7A-007F6A94E8D9}"/>
              </a:ext>
            </a:extLst>
          </p:cNvPr>
          <p:cNvSpPr>
            <a:spLocks noGrp="1"/>
          </p:cNvSpPr>
          <p:nvPr>
            <p:ph sz="quarter" idx="23"/>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E4BF2D97-2E23-842A-88FE-0D9ABAC2BA5D}"/>
              </a:ext>
            </a:extLst>
          </p:cNvPr>
          <p:cNvSpPr>
            <a:spLocks noGrp="1"/>
          </p:cNvSpPr>
          <p:nvPr>
            <p:ph type="body" sz="quarter" idx="25"/>
          </p:nvPr>
        </p:nvSpPr>
        <p:spPr/>
        <p:txBody>
          <a:bodyPr/>
          <a:lstStyle/>
          <a:p>
            <a:r>
              <a:rPr lang="en-US" dirty="0"/>
              <a:t>Sample Source / Legal disclaimer / Footnote</a:t>
            </a:r>
          </a:p>
        </p:txBody>
      </p:sp>
    </p:spTree>
    <p:extLst>
      <p:ext uri="{BB962C8B-B14F-4D97-AF65-F5344CB8AC3E}">
        <p14:creationId xmlns:p14="http://schemas.microsoft.com/office/powerpoint/2010/main" val="2302983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DF88F61-CA1A-3C56-B3E5-06AACAFA29DE}"/>
              </a:ext>
            </a:extLst>
          </p:cNvPr>
          <p:cNvSpPr>
            <a:spLocks noGrp="1"/>
          </p:cNvSpPr>
          <p:nvPr>
            <p:ph type="pic" sz="quarter" idx="15"/>
          </p:nvPr>
        </p:nvSpPr>
        <p:spPr/>
        <p:txBody>
          <a:bodyPr/>
          <a:lstStyle/>
          <a:p>
            <a:endParaRPr lang="en-US"/>
          </a:p>
        </p:txBody>
      </p:sp>
      <p:sp>
        <p:nvSpPr>
          <p:cNvPr id="4" name="Footer Placeholder 3">
            <a:extLst>
              <a:ext uri="{FF2B5EF4-FFF2-40B4-BE49-F238E27FC236}">
                <a16:creationId xmlns:a16="http://schemas.microsoft.com/office/drawing/2014/main" id="{79810FE3-0E16-C852-E6F7-B3E5AAD5710E}"/>
              </a:ext>
            </a:extLst>
          </p:cNvPr>
          <p:cNvSpPr>
            <a:spLocks noGrp="1"/>
          </p:cNvSpPr>
          <p:nvPr>
            <p:ph type="ftr" sz="quarter" idx="23"/>
          </p:nvPr>
        </p:nvSpPr>
        <p:spPr/>
        <p:txBody>
          <a:bodyPr/>
          <a:lstStyle/>
          <a:p>
            <a:r>
              <a:rPr lang="en-US"/>
              <a:t>Section / Presentation Title / December 2025</a:t>
            </a:r>
            <a:endParaRPr lang="en-US" dirty="0"/>
          </a:p>
        </p:txBody>
      </p:sp>
      <p:sp>
        <p:nvSpPr>
          <p:cNvPr id="5" name="Slide Number Placeholder 4">
            <a:extLst>
              <a:ext uri="{FF2B5EF4-FFF2-40B4-BE49-F238E27FC236}">
                <a16:creationId xmlns:a16="http://schemas.microsoft.com/office/drawing/2014/main" id="{6FED73CB-EC3A-AB60-2A3B-9631151498E9}"/>
              </a:ext>
            </a:extLst>
          </p:cNvPr>
          <p:cNvSpPr>
            <a:spLocks noGrp="1"/>
          </p:cNvSpPr>
          <p:nvPr>
            <p:ph type="sldNum" sz="quarter" idx="12"/>
          </p:nvPr>
        </p:nvSpPr>
        <p:spPr/>
        <p:txBody>
          <a:bodyPr/>
          <a:lstStyle/>
          <a:p>
            <a:fld id="{5CFA18E4-D58E-4B28-B105-28D9665A8EBC}" type="slidenum">
              <a:rPr lang="en-US" smtClean="0"/>
              <a:pPr/>
              <a:t>12</a:t>
            </a:fld>
            <a:endParaRPr lang="en-US" dirty="0"/>
          </a:p>
        </p:txBody>
      </p:sp>
      <p:sp>
        <p:nvSpPr>
          <p:cNvPr id="2" name="Title 1">
            <a:extLst>
              <a:ext uri="{FF2B5EF4-FFF2-40B4-BE49-F238E27FC236}">
                <a16:creationId xmlns:a16="http://schemas.microsoft.com/office/drawing/2014/main" id="{E312B3DF-C6E3-122A-5265-58D2A6FB9C06}"/>
              </a:ext>
            </a:extLst>
          </p:cNvPr>
          <p:cNvSpPr>
            <a:spLocks noGrp="1"/>
          </p:cNvSpPr>
          <p:nvPr>
            <p:ph type="title"/>
          </p:nvPr>
        </p:nvSpPr>
        <p:spPr/>
        <p:txBody>
          <a:bodyPr/>
          <a:lstStyle/>
          <a:p>
            <a:r>
              <a:rPr lang="en-US" dirty="0"/>
              <a:t>Headline text</a:t>
            </a:r>
          </a:p>
        </p:txBody>
      </p:sp>
      <p:sp>
        <p:nvSpPr>
          <p:cNvPr id="7" name="Text Placeholder 6">
            <a:extLst>
              <a:ext uri="{FF2B5EF4-FFF2-40B4-BE49-F238E27FC236}">
                <a16:creationId xmlns:a16="http://schemas.microsoft.com/office/drawing/2014/main" id="{ABA2321B-4866-A717-9962-E0D841D540C5}"/>
              </a:ext>
            </a:extLst>
          </p:cNvPr>
          <p:cNvSpPr>
            <a:spLocks noGrp="1"/>
          </p:cNvSpPr>
          <p:nvPr>
            <p:ph type="body" sz="quarter" idx="18"/>
          </p:nvPr>
        </p:nvSpPr>
        <p:spPr/>
        <p:txBody>
          <a:bodyPr/>
          <a:lstStyle/>
          <a:p>
            <a:r>
              <a:rPr lang="en-US" dirty="0" err="1"/>
              <a:t>Subheadline</a:t>
            </a:r>
            <a:r>
              <a:rPr lang="en-US" dirty="0"/>
              <a:t> Text</a:t>
            </a:r>
          </a:p>
        </p:txBody>
      </p:sp>
      <p:sp>
        <p:nvSpPr>
          <p:cNvPr id="9" name="Text Placeholder 8">
            <a:extLst>
              <a:ext uri="{FF2B5EF4-FFF2-40B4-BE49-F238E27FC236}">
                <a16:creationId xmlns:a16="http://schemas.microsoft.com/office/drawing/2014/main" id="{D7909EE2-3F35-172A-F99E-59BEB0AEA1C3}"/>
              </a:ext>
            </a:extLst>
          </p:cNvPr>
          <p:cNvSpPr>
            <a:spLocks noGrp="1"/>
          </p:cNvSpPr>
          <p:nvPr>
            <p:ph type="body" sz="quarter" idx="24"/>
          </p:nvPr>
        </p:nvSpPr>
        <p:spPr/>
        <p:txBody>
          <a:bodyPr/>
          <a:lstStyle/>
          <a:p>
            <a:r>
              <a:rPr lang="en-US" dirty="0"/>
              <a:t>Sample Source / Legal disclaimer / Footnote</a:t>
            </a:r>
          </a:p>
        </p:txBody>
      </p:sp>
      <p:sp>
        <p:nvSpPr>
          <p:cNvPr id="8" name="Text Placeholder 7">
            <a:extLst>
              <a:ext uri="{FF2B5EF4-FFF2-40B4-BE49-F238E27FC236}">
                <a16:creationId xmlns:a16="http://schemas.microsoft.com/office/drawing/2014/main" id="{71BCF6BC-2FBA-8AB2-4923-C3F1FBBCD33B}"/>
              </a:ext>
            </a:extLst>
          </p:cNvPr>
          <p:cNvSpPr>
            <a:spLocks noGrp="1"/>
          </p:cNvSpPr>
          <p:nvPr>
            <p:ph type="body" sz="quarter" idx="22"/>
          </p:nvPr>
        </p:nvSpPr>
        <p:spPr/>
        <p:txBody>
          <a:bodyPr/>
          <a:lstStyle/>
          <a:p>
            <a:r>
              <a:rPr lang="en-US" dirty="0"/>
              <a:t>Main content text for this placeholder. This is sample content to test the layout.</a:t>
            </a:r>
          </a:p>
        </p:txBody>
      </p:sp>
    </p:spTree>
    <p:extLst>
      <p:ext uri="{BB962C8B-B14F-4D97-AF65-F5344CB8AC3E}">
        <p14:creationId xmlns:p14="http://schemas.microsoft.com/office/powerpoint/2010/main" val="1932742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D74FF73-5CED-1D58-3537-FDAAD421CEB7}"/>
              </a:ext>
            </a:extLst>
          </p:cNvPr>
          <p:cNvSpPr>
            <a:spLocks noGrp="1"/>
          </p:cNvSpPr>
          <p:nvPr>
            <p:ph type="pic" sz="quarter" idx="15"/>
          </p:nvPr>
        </p:nvSpPr>
        <p:spPr/>
        <p:txBody>
          <a:bodyPr/>
          <a:lstStyle/>
          <a:p>
            <a:endParaRPr lang="en-US"/>
          </a:p>
        </p:txBody>
      </p:sp>
      <p:sp>
        <p:nvSpPr>
          <p:cNvPr id="3" name="Footer Placeholder 2">
            <a:extLst>
              <a:ext uri="{FF2B5EF4-FFF2-40B4-BE49-F238E27FC236}">
                <a16:creationId xmlns:a16="http://schemas.microsoft.com/office/drawing/2014/main" id="{7BC3BDDC-78BB-1725-AAB2-7B4DA4C04F22}"/>
              </a:ext>
            </a:extLst>
          </p:cNvPr>
          <p:cNvSpPr>
            <a:spLocks noGrp="1"/>
          </p:cNvSpPr>
          <p:nvPr>
            <p:ph type="ftr" sz="quarter" idx="23"/>
          </p:nvPr>
        </p:nvSpPr>
        <p:spPr/>
        <p:txBody>
          <a:bodyPr/>
          <a:lstStyle/>
          <a:p>
            <a:r>
              <a:rPr lang="en-US"/>
              <a:t>Section / Presentation Title / December 2025</a:t>
            </a:r>
            <a:endParaRPr lang="en-US" dirty="0"/>
          </a:p>
        </p:txBody>
      </p:sp>
      <p:sp>
        <p:nvSpPr>
          <p:cNvPr id="4" name="Slide Number Placeholder 3">
            <a:extLst>
              <a:ext uri="{FF2B5EF4-FFF2-40B4-BE49-F238E27FC236}">
                <a16:creationId xmlns:a16="http://schemas.microsoft.com/office/drawing/2014/main" id="{1134C4D6-308B-1FFA-0624-CFA2A5A95604}"/>
              </a:ext>
            </a:extLst>
          </p:cNvPr>
          <p:cNvSpPr>
            <a:spLocks noGrp="1"/>
          </p:cNvSpPr>
          <p:nvPr>
            <p:ph type="sldNum" sz="quarter" idx="12"/>
          </p:nvPr>
        </p:nvSpPr>
        <p:spPr/>
        <p:txBody>
          <a:bodyPr/>
          <a:lstStyle/>
          <a:p>
            <a:fld id="{5CFA18E4-D58E-4B28-B105-28D9665A8EBC}" type="slidenum">
              <a:rPr lang="en-US" smtClean="0"/>
              <a:pPr/>
              <a:t>13</a:t>
            </a:fld>
            <a:endParaRPr lang="en-US" dirty="0"/>
          </a:p>
        </p:txBody>
      </p:sp>
      <p:sp>
        <p:nvSpPr>
          <p:cNvPr id="5" name="Title 4">
            <a:extLst>
              <a:ext uri="{FF2B5EF4-FFF2-40B4-BE49-F238E27FC236}">
                <a16:creationId xmlns:a16="http://schemas.microsoft.com/office/drawing/2014/main" id="{6802D2F4-0DDB-3902-9002-F45CB2FD7BF8}"/>
              </a:ext>
            </a:extLst>
          </p:cNvPr>
          <p:cNvSpPr>
            <a:spLocks noGrp="1"/>
          </p:cNvSpPr>
          <p:nvPr>
            <p:ph type="title"/>
          </p:nvPr>
        </p:nvSpPr>
        <p:spPr/>
        <p:txBody>
          <a:bodyPr/>
          <a:lstStyle/>
          <a:p>
            <a:r>
              <a:rPr lang="en-US" dirty="0"/>
              <a:t>Headline text</a:t>
            </a:r>
          </a:p>
        </p:txBody>
      </p:sp>
      <p:sp>
        <p:nvSpPr>
          <p:cNvPr id="6" name="Text Placeholder 5">
            <a:extLst>
              <a:ext uri="{FF2B5EF4-FFF2-40B4-BE49-F238E27FC236}">
                <a16:creationId xmlns:a16="http://schemas.microsoft.com/office/drawing/2014/main" id="{F97EF70B-6709-30BE-75F6-DA14F624A51E}"/>
              </a:ext>
            </a:extLst>
          </p:cNvPr>
          <p:cNvSpPr>
            <a:spLocks noGrp="1"/>
          </p:cNvSpPr>
          <p:nvPr>
            <p:ph type="body" sz="quarter" idx="18"/>
          </p:nvPr>
        </p:nvSpPr>
        <p:spPr/>
        <p:txBody>
          <a:bodyPr/>
          <a:lstStyle/>
          <a:p>
            <a:r>
              <a:rPr lang="en-US" dirty="0" err="1"/>
              <a:t>Subheadline</a:t>
            </a:r>
            <a:r>
              <a:rPr lang="en-US" dirty="0"/>
              <a:t> Text</a:t>
            </a:r>
          </a:p>
        </p:txBody>
      </p:sp>
      <p:sp>
        <p:nvSpPr>
          <p:cNvPr id="7" name="Text Placeholder 6">
            <a:extLst>
              <a:ext uri="{FF2B5EF4-FFF2-40B4-BE49-F238E27FC236}">
                <a16:creationId xmlns:a16="http://schemas.microsoft.com/office/drawing/2014/main" id="{F59563FC-D2DB-9537-BF35-7A4CFA78A81E}"/>
              </a:ext>
            </a:extLst>
          </p:cNvPr>
          <p:cNvSpPr>
            <a:spLocks noGrp="1"/>
          </p:cNvSpPr>
          <p:nvPr>
            <p:ph type="body" sz="quarter" idx="22"/>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27666FE3-A322-DD2B-837D-EDCEE857C09D}"/>
              </a:ext>
            </a:extLst>
          </p:cNvPr>
          <p:cNvSpPr>
            <a:spLocks noGrp="1"/>
          </p:cNvSpPr>
          <p:nvPr>
            <p:ph type="body" sz="quarter" idx="24"/>
          </p:nvPr>
        </p:nvSpPr>
        <p:spPr/>
        <p:txBody>
          <a:bodyPr/>
          <a:lstStyle/>
          <a:p>
            <a:r>
              <a:rPr lang="en-US" dirty="0"/>
              <a:t>Sample Source / Legal disclaimer / Footnote</a:t>
            </a:r>
          </a:p>
        </p:txBody>
      </p:sp>
    </p:spTree>
    <p:extLst>
      <p:ext uri="{BB962C8B-B14F-4D97-AF65-F5344CB8AC3E}">
        <p14:creationId xmlns:p14="http://schemas.microsoft.com/office/powerpoint/2010/main" val="1198279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DBDA13-B01B-0BB4-3A8A-9A62873938CF}"/>
              </a:ext>
            </a:extLst>
          </p:cNvPr>
          <p:cNvSpPr>
            <a:spLocks noGrp="1"/>
          </p:cNvSpPr>
          <p:nvPr>
            <p:ph type="ftr" sz="quarter" idx="31"/>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1FAD09DF-D22D-C511-DFFA-FE9EE1AA4B8A}"/>
              </a:ext>
            </a:extLst>
          </p:cNvPr>
          <p:cNvSpPr>
            <a:spLocks noGrp="1"/>
          </p:cNvSpPr>
          <p:nvPr>
            <p:ph type="sldNum" sz="quarter" idx="12"/>
          </p:nvPr>
        </p:nvSpPr>
        <p:spPr/>
        <p:txBody>
          <a:bodyPr/>
          <a:lstStyle/>
          <a:p>
            <a:fld id="{5CFA18E4-D58E-4B28-B105-28D9665A8EBC}" type="slidenum">
              <a:rPr lang="en-US" smtClean="0"/>
              <a:pPr/>
              <a:t>14</a:t>
            </a:fld>
            <a:endParaRPr lang="en-US" dirty="0"/>
          </a:p>
        </p:txBody>
      </p:sp>
      <p:sp>
        <p:nvSpPr>
          <p:cNvPr id="4" name="Title 3">
            <a:extLst>
              <a:ext uri="{FF2B5EF4-FFF2-40B4-BE49-F238E27FC236}">
                <a16:creationId xmlns:a16="http://schemas.microsoft.com/office/drawing/2014/main" id="{340B1B69-BBC2-80CA-B083-9D22111F8469}"/>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150AF7B4-BD29-A728-C1D4-225F0258B3AF}"/>
              </a:ext>
            </a:extLst>
          </p:cNvPr>
          <p:cNvSpPr>
            <a:spLocks noGrp="1"/>
          </p:cNvSpPr>
          <p:nvPr>
            <p:ph type="body" sz="quarter" idx="13"/>
          </p:nvPr>
        </p:nvSpPr>
        <p:spPr/>
        <p:txBody>
          <a:bodyPr/>
          <a:lstStyle/>
          <a:p>
            <a:r>
              <a:rPr lang="en-US" dirty="0" err="1"/>
              <a:t>Subheadline</a:t>
            </a:r>
            <a:r>
              <a:rPr lang="en-US" dirty="0"/>
              <a:t> Text</a:t>
            </a:r>
          </a:p>
        </p:txBody>
      </p:sp>
      <p:sp>
        <p:nvSpPr>
          <p:cNvPr id="6" name="Picture Placeholder 5">
            <a:extLst>
              <a:ext uri="{FF2B5EF4-FFF2-40B4-BE49-F238E27FC236}">
                <a16:creationId xmlns:a16="http://schemas.microsoft.com/office/drawing/2014/main" id="{05BB066E-B024-984C-DCEF-97081DC43D3C}"/>
              </a:ext>
            </a:extLst>
          </p:cNvPr>
          <p:cNvSpPr>
            <a:spLocks noGrp="1"/>
          </p:cNvSpPr>
          <p:nvPr>
            <p:ph type="pic" sz="quarter" idx="21"/>
          </p:nvPr>
        </p:nvSpPr>
        <p:spPr/>
        <p:txBody>
          <a:bodyPr/>
          <a:lstStyle/>
          <a:p>
            <a:endParaRPr lang="en-US"/>
          </a:p>
        </p:txBody>
      </p:sp>
      <p:sp>
        <p:nvSpPr>
          <p:cNvPr id="7" name="Text Placeholder 6">
            <a:extLst>
              <a:ext uri="{FF2B5EF4-FFF2-40B4-BE49-F238E27FC236}">
                <a16:creationId xmlns:a16="http://schemas.microsoft.com/office/drawing/2014/main" id="{8612EAC1-D1F9-D510-5F47-D747AA352614}"/>
              </a:ext>
            </a:extLst>
          </p:cNvPr>
          <p:cNvSpPr>
            <a:spLocks noGrp="1"/>
          </p:cNvSpPr>
          <p:nvPr>
            <p:ph type="body" sz="quarter" idx="16"/>
          </p:nvPr>
        </p:nvSpPr>
        <p:spPr/>
        <p:txBody>
          <a:bodyPr/>
          <a:lstStyle/>
          <a:p>
            <a:r>
              <a:rPr lang="en-US" dirty="0"/>
              <a:t>Subtitle Text</a:t>
            </a:r>
          </a:p>
        </p:txBody>
      </p:sp>
      <p:sp>
        <p:nvSpPr>
          <p:cNvPr id="8" name="Text Placeholder 7">
            <a:extLst>
              <a:ext uri="{FF2B5EF4-FFF2-40B4-BE49-F238E27FC236}">
                <a16:creationId xmlns:a16="http://schemas.microsoft.com/office/drawing/2014/main" id="{E67C99F0-91B7-1808-2208-4629F0507968}"/>
              </a:ext>
            </a:extLst>
          </p:cNvPr>
          <p:cNvSpPr>
            <a:spLocks noGrp="1"/>
          </p:cNvSpPr>
          <p:nvPr>
            <p:ph type="body" sz="quarter" idx="24"/>
          </p:nvPr>
        </p:nvSpPr>
        <p:spPr/>
        <p:txBody>
          <a:bodyPr/>
          <a:lstStyle/>
          <a:p>
            <a:r>
              <a:rPr lang="en-US" dirty="0"/>
              <a:t>Main content text for this placeholder. This is sample content to test the layout.</a:t>
            </a:r>
          </a:p>
        </p:txBody>
      </p:sp>
      <p:sp>
        <p:nvSpPr>
          <p:cNvPr id="9" name="Picture Placeholder 8">
            <a:extLst>
              <a:ext uri="{FF2B5EF4-FFF2-40B4-BE49-F238E27FC236}">
                <a16:creationId xmlns:a16="http://schemas.microsoft.com/office/drawing/2014/main" id="{0DAC1224-D426-D938-17A4-7FC41D325FE4}"/>
              </a:ext>
            </a:extLst>
          </p:cNvPr>
          <p:cNvSpPr>
            <a:spLocks noGrp="1"/>
          </p:cNvSpPr>
          <p:nvPr>
            <p:ph type="pic" sz="quarter" idx="22"/>
          </p:nvPr>
        </p:nvSpPr>
        <p:spPr/>
        <p:txBody>
          <a:bodyPr/>
          <a:lstStyle/>
          <a:p>
            <a:endParaRPr lang="en-US"/>
          </a:p>
        </p:txBody>
      </p:sp>
      <p:sp>
        <p:nvSpPr>
          <p:cNvPr id="10" name="Text Placeholder 9">
            <a:extLst>
              <a:ext uri="{FF2B5EF4-FFF2-40B4-BE49-F238E27FC236}">
                <a16:creationId xmlns:a16="http://schemas.microsoft.com/office/drawing/2014/main" id="{C3F9B057-3639-372C-0413-964A233101D6}"/>
              </a:ext>
            </a:extLst>
          </p:cNvPr>
          <p:cNvSpPr>
            <a:spLocks noGrp="1"/>
          </p:cNvSpPr>
          <p:nvPr>
            <p:ph type="body" sz="quarter" idx="17"/>
          </p:nvPr>
        </p:nvSpPr>
        <p:spPr/>
        <p:txBody>
          <a:bodyPr/>
          <a:lstStyle/>
          <a:p>
            <a:r>
              <a:rPr lang="en-US" dirty="0"/>
              <a:t>Subtitle Text</a:t>
            </a:r>
          </a:p>
        </p:txBody>
      </p:sp>
      <p:sp>
        <p:nvSpPr>
          <p:cNvPr id="11" name="Text Placeholder 10">
            <a:extLst>
              <a:ext uri="{FF2B5EF4-FFF2-40B4-BE49-F238E27FC236}">
                <a16:creationId xmlns:a16="http://schemas.microsoft.com/office/drawing/2014/main" id="{3A076521-579E-3FEC-8C45-0A4585336404}"/>
              </a:ext>
            </a:extLst>
          </p:cNvPr>
          <p:cNvSpPr>
            <a:spLocks noGrp="1"/>
          </p:cNvSpPr>
          <p:nvPr>
            <p:ph type="body" sz="quarter" idx="25"/>
          </p:nvPr>
        </p:nvSpPr>
        <p:spPr/>
        <p:txBody>
          <a:bodyPr/>
          <a:lstStyle/>
          <a:p>
            <a:r>
              <a:rPr lang="en-US" dirty="0"/>
              <a:t>Main content text for this placeholder. This is sample content to test the layout.</a:t>
            </a:r>
          </a:p>
        </p:txBody>
      </p:sp>
      <p:sp>
        <p:nvSpPr>
          <p:cNvPr id="12" name="Picture Placeholder 11">
            <a:extLst>
              <a:ext uri="{FF2B5EF4-FFF2-40B4-BE49-F238E27FC236}">
                <a16:creationId xmlns:a16="http://schemas.microsoft.com/office/drawing/2014/main" id="{A474C504-70E8-2CDE-132B-642FEBCC5258}"/>
              </a:ext>
            </a:extLst>
          </p:cNvPr>
          <p:cNvSpPr>
            <a:spLocks noGrp="1"/>
          </p:cNvSpPr>
          <p:nvPr>
            <p:ph type="pic" sz="quarter" idx="23"/>
          </p:nvPr>
        </p:nvSpPr>
        <p:spPr/>
        <p:txBody>
          <a:bodyPr/>
          <a:lstStyle/>
          <a:p>
            <a:endParaRPr lang="en-US"/>
          </a:p>
        </p:txBody>
      </p:sp>
      <p:sp>
        <p:nvSpPr>
          <p:cNvPr id="13" name="Text Placeholder 12">
            <a:extLst>
              <a:ext uri="{FF2B5EF4-FFF2-40B4-BE49-F238E27FC236}">
                <a16:creationId xmlns:a16="http://schemas.microsoft.com/office/drawing/2014/main" id="{319A9D2A-C1E9-075E-B84B-84EAD0C2DC8B}"/>
              </a:ext>
            </a:extLst>
          </p:cNvPr>
          <p:cNvSpPr>
            <a:spLocks noGrp="1"/>
          </p:cNvSpPr>
          <p:nvPr>
            <p:ph type="body" sz="quarter" idx="19"/>
          </p:nvPr>
        </p:nvSpPr>
        <p:spPr/>
        <p:txBody>
          <a:bodyPr/>
          <a:lstStyle/>
          <a:p>
            <a:r>
              <a:rPr lang="en-US" dirty="0"/>
              <a:t>Subtitle Text</a:t>
            </a:r>
          </a:p>
        </p:txBody>
      </p:sp>
      <p:sp>
        <p:nvSpPr>
          <p:cNvPr id="14" name="Text Placeholder 13">
            <a:extLst>
              <a:ext uri="{FF2B5EF4-FFF2-40B4-BE49-F238E27FC236}">
                <a16:creationId xmlns:a16="http://schemas.microsoft.com/office/drawing/2014/main" id="{18314F2E-AB81-36CC-D4D5-A7AB808C7A68}"/>
              </a:ext>
            </a:extLst>
          </p:cNvPr>
          <p:cNvSpPr>
            <a:spLocks noGrp="1"/>
          </p:cNvSpPr>
          <p:nvPr>
            <p:ph type="body" sz="quarter" idx="26"/>
          </p:nvPr>
        </p:nvSpPr>
        <p:spPr/>
        <p:txBody>
          <a:bodyPr/>
          <a:lstStyle/>
          <a:p>
            <a:r>
              <a:rPr lang="en-US" dirty="0"/>
              <a:t>Main content text for this placeholder. This is sample content to test the layout.</a:t>
            </a:r>
          </a:p>
        </p:txBody>
      </p:sp>
      <p:sp>
        <p:nvSpPr>
          <p:cNvPr id="15" name="Text Placeholder 14">
            <a:extLst>
              <a:ext uri="{FF2B5EF4-FFF2-40B4-BE49-F238E27FC236}">
                <a16:creationId xmlns:a16="http://schemas.microsoft.com/office/drawing/2014/main" id="{14FD6104-E6D4-AAD9-6D6D-E5584144C1C2}"/>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650603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5F5906-BCFC-7C2E-A8AC-B0C5D021E5C2}"/>
              </a:ext>
            </a:extLst>
          </p:cNvPr>
          <p:cNvSpPr>
            <a:spLocks noGrp="1"/>
          </p:cNvSpPr>
          <p:nvPr>
            <p:ph type="ftr" sz="quarter" idx="28"/>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CB57991B-B93E-90B0-6112-2B87BF89CB14}"/>
              </a:ext>
            </a:extLst>
          </p:cNvPr>
          <p:cNvSpPr>
            <a:spLocks noGrp="1"/>
          </p:cNvSpPr>
          <p:nvPr>
            <p:ph type="sldNum" sz="quarter" idx="12"/>
          </p:nvPr>
        </p:nvSpPr>
        <p:spPr/>
        <p:txBody>
          <a:bodyPr/>
          <a:lstStyle/>
          <a:p>
            <a:fld id="{5CFA18E4-D58E-4B28-B105-28D9665A8EBC}" type="slidenum">
              <a:rPr lang="en-US" smtClean="0"/>
              <a:pPr/>
              <a:t>15</a:t>
            </a:fld>
            <a:endParaRPr lang="en-US" dirty="0"/>
          </a:p>
        </p:txBody>
      </p:sp>
      <p:sp>
        <p:nvSpPr>
          <p:cNvPr id="4" name="Title 3">
            <a:extLst>
              <a:ext uri="{FF2B5EF4-FFF2-40B4-BE49-F238E27FC236}">
                <a16:creationId xmlns:a16="http://schemas.microsoft.com/office/drawing/2014/main" id="{B8051D0F-A1C5-3295-2EF0-0BD79165091A}"/>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205E86E2-522D-3773-8893-24B081F85CDB}"/>
              </a:ext>
            </a:extLst>
          </p:cNvPr>
          <p:cNvSpPr>
            <a:spLocks noGrp="1"/>
          </p:cNvSpPr>
          <p:nvPr>
            <p:ph type="body" sz="quarter" idx="13"/>
          </p:nvPr>
        </p:nvSpPr>
        <p:spPr/>
        <p:txBody>
          <a:bodyPr/>
          <a:lstStyle/>
          <a:p>
            <a:r>
              <a:rPr lang="en-US" dirty="0" err="1"/>
              <a:t>Subheadline</a:t>
            </a:r>
            <a:r>
              <a:rPr lang="en-US" dirty="0"/>
              <a:t> Text</a:t>
            </a:r>
          </a:p>
        </p:txBody>
      </p:sp>
      <p:sp>
        <p:nvSpPr>
          <p:cNvPr id="6" name="Picture Placeholder 5">
            <a:extLst>
              <a:ext uri="{FF2B5EF4-FFF2-40B4-BE49-F238E27FC236}">
                <a16:creationId xmlns:a16="http://schemas.microsoft.com/office/drawing/2014/main" id="{ECB8465B-B3D6-B405-88F9-832A915A2609}"/>
              </a:ext>
            </a:extLst>
          </p:cNvPr>
          <p:cNvSpPr>
            <a:spLocks noGrp="1"/>
          </p:cNvSpPr>
          <p:nvPr>
            <p:ph type="pic" sz="quarter" idx="21"/>
          </p:nvPr>
        </p:nvSpPr>
        <p:spPr/>
        <p:txBody>
          <a:bodyPr/>
          <a:lstStyle/>
          <a:p>
            <a:endParaRPr lang="en-US"/>
          </a:p>
        </p:txBody>
      </p:sp>
      <p:sp>
        <p:nvSpPr>
          <p:cNvPr id="7" name="Text Placeholder 6">
            <a:extLst>
              <a:ext uri="{FF2B5EF4-FFF2-40B4-BE49-F238E27FC236}">
                <a16:creationId xmlns:a16="http://schemas.microsoft.com/office/drawing/2014/main" id="{43624F7E-DB94-7D02-3713-538300C77BF2}"/>
              </a:ext>
            </a:extLst>
          </p:cNvPr>
          <p:cNvSpPr>
            <a:spLocks noGrp="1"/>
          </p:cNvSpPr>
          <p:nvPr>
            <p:ph type="body" sz="quarter" idx="16"/>
          </p:nvPr>
        </p:nvSpPr>
        <p:spPr/>
        <p:txBody>
          <a:bodyPr/>
          <a:lstStyle/>
          <a:p>
            <a:r>
              <a:rPr lang="en-US" dirty="0"/>
              <a:t>Subtitle Text</a:t>
            </a:r>
          </a:p>
        </p:txBody>
      </p:sp>
      <p:sp>
        <p:nvSpPr>
          <p:cNvPr id="8" name="Text Placeholder 7">
            <a:extLst>
              <a:ext uri="{FF2B5EF4-FFF2-40B4-BE49-F238E27FC236}">
                <a16:creationId xmlns:a16="http://schemas.microsoft.com/office/drawing/2014/main" id="{70C93651-BAAE-342F-BEC6-88AE7EBF5A4B}"/>
              </a:ext>
            </a:extLst>
          </p:cNvPr>
          <p:cNvSpPr>
            <a:spLocks noGrp="1"/>
          </p:cNvSpPr>
          <p:nvPr>
            <p:ph type="body" sz="quarter" idx="24"/>
          </p:nvPr>
        </p:nvSpPr>
        <p:spPr/>
        <p:txBody>
          <a:bodyPr/>
          <a:lstStyle/>
          <a:p>
            <a:r>
              <a:rPr lang="en-US" dirty="0"/>
              <a:t>Main content text for this placeholder. This is sample content to test the layout.</a:t>
            </a:r>
          </a:p>
        </p:txBody>
      </p:sp>
      <p:sp>
        <p:nvSpPr>
          <p:cNvPr id="9" name="Picture Placeholder 8">
            <a:extLst>
              <a:ext uri="{FF2B5EF4-FFF2-40B4-BE49-F238E27FC236}">
                <a16:creationId xmlns:a16="http://schemas.microsoft.com/office/drawing/2014/main" id="{6D082652-77D9-8296-4052-70E648238F83}"/>
              </a:ext>
            </a:extLst>
          </p:cNvPr>
          <p:cNvSpPr>
            <a:spLocks noGrp="1"/>
          </p:cNvSpPr>
          <p:nvPr>
            <p:ph type="pic" sz="quarter" idx="22"/>
          </p:nvPr>
        </p:nvSpPr>
        <p:spPr/>
        <p:txBody>
          <a:bodyPr/>
          <a:lstStyle/>
          <a:p>
            <a:endParaRPr lang="en-US"/>
          </a:p>
        </p:txBody>
      </p:sp>
      <p:sp>
        <p:nvSpPr>
          <p:cNvPr id="10" name="Text Placeholder 9">
            <a:extLst>
              <a:ext uri="{FF2B5EF4-FFF2-40B4-BE49-F238E27FC236}">
                <a16:creationId xmlns:a16="http://schemas.microsoft.com/office/drawing/2014/main" id="{F0021CA7-8498-A968-0DDC-D75BAA01B9F6}"/>
              </a:ext>
            </a:extLst>
          </p:cNvPr>
          <p:cNvSpPr>
            <a:spLocks noGrp="1"/>
          </p:cNvSpPr>
          <p:nvPr>
            <p:ph type="body" sz="quarter" idx="29"/>
          </p:nvPr>
        </p:nvSpPr>
        <p:spPr/>
        <p:txBody>
          <a:bodyPr/>
          <a:lstStyle/>
          <a:p>
            <a:r>
              <a:rPr lang="en-US" dirty="0"/>
              <a:t>Subtitle Text</a:t>
            </a:r>
          </a:p>
        </p:txBody>
      </p:sp>
      <p:sp>
        <p:nvSpPr>
          <p:cNvPr id="11" name="Text Placeholder 10">
            <a:extLst>
              <a:ext uri="{FF2B5EF4-FFF2-40B4-BE49-F238E27FC236}">
                <a16:creationId xmlns:a16="http://schemas.microsoft.com/office/drawing/2014/main" id="{E4D9924B-CC89-B36E-85B1-F61DF6AA84F2}"/>
              </a:ext>
            </a:extLst>
          </p:cNvPr>
          <p:cNvSpPr>
            <a:spLocks noGrp="1"/>
          </p:cNvSpPr>
          <p:nvPr>
            <p:ph type="body" sz="quarter" idx="30"/>
          </p:nvPr>
        </p:nvSpPr>
        <p:spPr/>
        <p:txBody>
          <a:bodyPr/>
          <a:lstStyle/>
          <a:p>
            <a:r>
              <a:rPr lang="en-US" dirty="0"/>
              <a:t>Main content text for this placeholder. This is sample content to test the layout.</a:t>
            </a:r>
          </a:p>
        </p:txBody>
      </p:sp>
      <p:sp>
        <p:nvSpPr>
          <p:cNvPr id="12" name="Picture Placeholder 11">
            <a:extLst>
              <a:ext uri="{FF2B5EF4-FFF2-40B4-BE49-F238E27FC236}">
                <a16:creationId xmlns:a16="http://schemas.microsoft.com/office/drawing/2014/main" id="{871A5A9E-D69C-395A-AD25-D29457801F2A}"/>
              </a:ext>
            </a:extLst>
          </p:cNvPr>
          <p:cNvSpPr>
            <a:spLocks noGrp="1"/>
          </p:cNvSpPr>
          <p:nvPr>
            <p:ph type="pic" sz="quarter" idx="23"/>
          </p:nvPr>
        </p:nvSpPr>
        <p:spPr/>
        <p:txBody>
          <a:bodyPr/>
          <a:lstStyle/>
          <a:p>
            <a:endParaRPr lang="en-US"/>
          </a:p>
        </p:txBody>
      </p:sp>
      <p:sp>
        <p:nvSpPr>
          <p:cNvPr id="13" name="Text Placeholder 12">
            <a:extLst>
              <a:ext uri="{FF2B5EF4-FFF2-40B4-BE49-F238E27FC236}">
                <a16:creationId xmlns:a16="http://schemas.microsoft.com/office/drawing/2014/main" id="{F4D464EC-B17A-9A9F-6EA2-FD8369566B8C}"/>
              </a:ext>
            </a:extLst>
          </p:cNvPr>
          <p:cNvSpPr>
            <a:spLocks noGrp="1"/>
          </p:cNvSpPr>
          <p:nvPr>
            <p:ph type="body" sz="quarter" idx="31"/>
          </p:nvPr>
        </p:nvSpPr>
        <p:spPr/>
        <p:txBody>
          <a:bodyPr/>
          <a:lstStyle/>
          <a:p>
            <a:r>
              <a:rPr lang="en-US" dirty="0"/>
              <a:t>Subtitle Text</a:t>
            </a:r>
          </a:p>
        </p:txBody>
      </p:sp>
      <p:sp>
        <p:nvSpPr>
          <p:cNvPr id="14" name="Text Placeholder 13">
            <a:extLst>
              <a:ext uri="{FF2B5EF4-FFF2-40B4-BE49-F238E27FC236}">
                <a16:creationId xmlns:a16="http://schemas.microsoft.com/office/drawing/2014/main" id="{09660DD4-C4B5-F3F8-5F3E-55C52160457F}"/>
              </a:ext>
            </a:extLst>
          </p:cNvPr>
          <p:cNvSpPr>
            <a:spLocks noGrp="1"/>
          </p:cNvSpPr>
          <p:nvPr>
            <p:ph type="body" sz="quarter" idx="32"/>
          </p:nvPr>
        </p:nvSpPr>
        <p:spPr/>
        <p:txBody>
          <a:bodyPr/>
          <a:lstStyle/>
          <a:p>
            <a:r>
              <a:rPr lang="en-US" dirty="0"/>
              <a:t>Main content text for this placeholder. This is sample content to test the layout.</a:t>
            </a:r>
          </a:p>
        </p:txBody>
      </p:sp>
      <p:sp>
        <p:nvSpPr>
          <p:cNvPr id="15" name="Text Placeholder 14">
            <a:extLst>
              <a:ext uri="{FF2B5EF4-FFF2-40B4-BE49-F238E27FC236}">
                <a16:creationId xmlns:a16="http://schemas.microsoft.com/office/drawing/2014/main" id="{803E5A11-74EA-2C97-88DC-B7E6ACF8FB26}"/>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55994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168AB4-6770-4F5F-5ABF-1F364A634246}"/>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81B0A562-3FB7-6689-F7BC-07921B19634C}"/>
              </a:ext>
            </a:extLst>
          </p:cNvPr>
          <p:cNvSpPr>
            <a:spLocks noGrp="1"/>
          </p:cNvSpPr>
          <p:nvPr>
            <p:ph type="sldNum" sz="quarter" idx="12"/>
          </p:nvPr>
        </p:nvSpPr>
        <p:spPr/>
        <p:txBody>
          <a:bodyPr/>
          <a:lstStyle/>
          <a:p>
            <a:fld id="{5CFA18E4-D58E-4B28-B105-28D9665A8EBC}" type="slidenum">
              <a:rPr lang="en-US" smtClean="0"/>
              <a:pPr/>
              <a:t>16</a:t>
            </a:fld>
            <a:endParaRPr lang="en-US" dirty="0"/>
          </a:p>
        </p:txBody>
      </p:sp>
      <p:sp>
        <p:nvSpPr>
          <p:cNvPr id="4" name="Title 3">
            <a:extLst>
              <a:ext uri="{FF2B5EF4-FFF2-40B4-BE49-F238E27FC236}">
                <a16:creationId xmlns:a16="http://schemas.microsoft.com/office/drawing/2014/main" id="{F425CDE6-8ED6-9C63-9106-1B3EE383D1AD}"/>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ACE596CE-7EEA-0019-106B-51031EFD15CC}"/>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99C1FA54-5356-FC44-DC3E-EED7D8217B57}"/>
              </a:ext>
            </a:extLst>
          </p:cNvPr>
          <p:cNvSpPr>
            <a:spLocks noGrp="1"/>
          </p:cNvSpPr>
          <p:nvPr>
            <p:ph sz="quarter" idx="33"/>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FCAFF1CE-1225-62A6-51AA-07337891AD49}"/>
              </a:ext>
            </a:extLst>
          </p:cNvPr>
          <p:cNvSpPr>
            <a:spLocks noGrp="1"/>
          </p:cNvSpPr>
          <p:nvPr>
            <p:ph type="body" sz="quarter" idx="25"/>
          </p:nvPr>
        </p:nvSpPr>
        <p:spPr/>
        <p:txBody>
          <a:bodyPr/>
          <a:lstStyle/>
          <a:p>
            <a:r>
              <a:rPr lang="en-US" dirty="0"/>
              <a:t>Subtitle Text</a:t>
            </a:r>
          </a:p>
        </p:txBody>
      </p:sp>
      <p:sp>
        <p:nvSpPr>
          <p:cNvPr id="18" name="Text Placeholder 17">
            <a:extLst>
              <a:ext uri="{FF2B5EF4-FFF2-40B4-BE49-F238E27FC236}">
                <a16:creationId xmlns:a16="http://schemas.microsoft.com/office/drawing/2014/main" id="{52201DAA-A6A5-E213-563B-FD7B4982444D}"/>
              </a:ext>
            </a:extLst>
          </p:cNvPr>
          <p:cNvSpPr>
            <a:spLocks noGrp="1"/>
          </p:cNvSpPr>
          <p:nvPr>
            <p:ph type="body" sz="quarter" idx="41"/>
          </p:nvPr>
        </p:nvSpPr>
        <p:spPr/>
        <p:txBody>
          <a:bodyPr/>
          <a:lstStyle/>
          <a:p>
            <a:r>
              <a:rPr lang="en-US" dirty="0"/>
              <a:t>Main content text for this placeholder. This is sample content to test the layout.</a:t>
            </a:r>
          </a:p>
        </p:txBody>
      </p:sp>
      <p:sp>
        <p:nvSpPr>
          <p:cNvPr id="19" name="Text Placeholder 18">
            <a:extLst>
              <a:ext uri="{FF2B5EF4-FFF2-40B4-BE49-F238E27FC236}">
                <a16:creationId xmlns:a16="http://schemas.microsoft.com/office/drawing/2014/main" id="{CF6A23E0-2A1E-D1F8-2692-45F2A4284D55}"/>
              </a:ext>
            </a:extLst>
          </p:cNvPr>
          <p:cNvSpPr>
            <a:spLocks noGrp="1"/>
          </p:cNvSpPr>
          <p:nvPr>
            <p:ph type="body" sz="quarter" idx="15"/>
          </p:nvPr>
        </p:nvSpPr>
        <p:spPr/>
        <p:txBody>
          <a:bodyPr/>
          <a:lstStyle/>
          <a:p>
            <a:r>
              <a:rPr lang="en-US" dirty="0"/>
              <a:t>Sample Source / Legal disclaimer / Footnote</a:t>
            </a:r>
          </a:p>
        </p:txBody>
      </p:sp>
      <p:sp>
        <p:nvSpPr>
          <p:cNvPr id="9" name="Text Placeholder 8">
            <a:extLst>
              <a:ext uri="{FF2B5EF4-FFF2-40B4-BE49-F238E27FC236}">
                <a16:creationId xmlns:a16="http://schemas.microsoft.com/office/drawing/2014/main" id="{0972E69A-5EE2-E914-A8A9-335A1D215087}"/>
              </a:ext>
            </a:extLst>
          </p:cNvPr>
          <p:cNvSpPr>
            <a:spLocks noGrp="1"/>
          </p:cNvSpPr>
          <p:nvPr>
            <p:ph type="body" sz="quarter" idx="29"/>
          </p:nvPr>
        </p:nvSpPr>
        <p:spPr/>
        <p:txBody>
          <a:bodyPr/>
          <a:lstStyle/>
          <a:p>
            <a:r>
              <a:rPr lang="en-US" dirty="0"/>
              <a:t>Main content text for this placeholder. This is sample content to test the layout.</a:t>
            </a:r>
          </a:p>
        </p:txBody>
      </p:sp>
      <p:sp>
        <p:nvSpPr>
          <p:cNvPr id="10" name="Picture Placeholder 9">
            <a:extLst>
              <a:ext uri="{FF2B5EF4-FFF2-40B4-BE49-F238E27FC236}">
                <a16:creationId xmlns:a16="http://schemas.microsoft.com/office/drawing/2014/main" id="{6BBD4CF1-9CA4-82C8-031A-05C6E9DE9599}"/>
              </a:ext>
            </a:extLst>
          </p:cNvPr>
          <p:cNvSpPr>
            <a:spLocks noGrp="1"/>
          </p:cNvSpPr>
          <p:nvPr>
            <p:ph type="pic" sz="quarter" idx="21"/>
          </p:nvPr>
        </p:nvSpPr>
        <p:spPr/>
        <p:txBody>
          <a:bodyPr/>
          <a:lstStyle/>
          <a:p>
            <a:endParaRPr lang="en-US"/>
          </a:p>
        </p:txBody>
      </p:sp>
      <p:sp>
        <p:nvSpPr>
          <p:cNvPr id="11" name="Text Placeholder 10">
            <a:extLst>
              <a:ext uri="{FF2B5EF4-FFF2-40B4-BE49-F238E27FC236}">
                <a16:creationId xmlns:a16="http://schemas.microsoft.com/office/drawing/2014/main" id="{C8C1532D-A6A4-9C79-031C-F691E516D7CE}"/>
              </a:ext>
            </a:extLst>
          </p:cNvPr>
          <p:cNvSpPr>
            <a:spLocks noGrp="1"/>
          </p:cNvSpPr>
          <p:nvPr>
            <p:ph type="body" sz="quarter" idx="36"/>
          </p:nvPr>
        </p:nvSpPr>
        <p:spPr/>
        <p:txBody>
          <a:bodyPr/>
          <a:lstStyle/>
          <a:p>
            <a:r>
              <a:rPr lang="en-US" dirty="0"/>
              <a:t>Subtitle Text</a:t>
            </a:r>
          </a:p>
        </p:txBody>
      </p:sp>
      <p:sp>
        <p:nvSpPr>
          <p:cNvPr id="12" name="Text Placeholder 11">
            <a:extLst>
              <a:ext uri="{FF2B5EF4-FFF2-40B4-BE49-F238E27FC236}">
                <a16:creationId xmlns:a16="http://schemas.microsoft.com/office/drawing/2014/main" id="{7575CA20-FC7B-8BD4-9490-D5FEFC66C8ED}"/>
              </a:ext>
            </a:extLst>
          </p:cNvPr>
          <p:cNvSpPr>
            <a:spLocks noGrp="1"/>
          </p:cNvSpPr>
          <p:nvPr>
            <p:ph type="body" sz="quarter" idx="37"/>
          </p:nvPr>
        </p:nvSpPr>
        <p:spPr/>
        <p:txBody>
          <a:bodyPr/>
          <a:lstStyle/>
          <a:p>
            <a:r>
              <a:rPr lang="en-US" dirty="0"/>
              <a:t>Main content text for this placeholder. This is sample content to test the layout.</a:t>
            </a:r>
          </a:p>
        </p:txBody>
      </p:sp>
      <p:sp>
        <p:nvSpPr>
          <p:cNvPr id="13" name="Picture Placeholder 12">
            <a:extLst>
              <a:ext uri="{FF2B5EF4-FFF2-40B4-BE49-F238E27FC236}">
                <a16:creationId xmlns:a16="http://schemas.microsoft.com/office/drawing/2014/main" id="{7166C553-B5AE-4FCE-376F-2D6BF12BBF26}"/>
              </a:ext>
            </a:extLst>
          </p:cNvPr>
          <p:cNvSpPr>
            <a:spLocks noGrp="1"/>
          </p:cNvSpPr>
          <p:nvPr>
            <p:ph type="pic" sz="quarter" idx="22"/>
          </p:nvPr>
        </p:nvSpPr>
        <p:spPr/>
        <p:txBody>
          <a:bodyPr/>
          <a:lstStyle/>
          <a:p>
            <a:endParaRPr lang="en-US"/>
          </a:p>
        </p:txBody>
      </p:sp>
      <p:sp>
        <p:nvSpPr>
          <p:cNvPr id="14" name="Text Placeholder 13">
            <a:extLst>
              <a:ext uri="{FF2B5EF4-FFF2-40B4-BE49-F238E27FC236}">
                <a16:creationId xmlns:a16="http://schemas.microsoft.com/office/drawing/2014/main" id="{57499E66-D480-EE61-DF8B-8191FD43F871}"/>
              </a:ext>
            </a:extLst>
          </p:cNvPr>
          <p:cNvSpPr>
            <a:spLocks noGrp="1"/>
          </p:cNvSpPr>
          <p:nvPr>
            <p:ph type="body" sz="quarter" idx="38"/>
          </p:nvPr>
        </p:nvSpPr>
        <p:spPr/>
        <p:txBody>
          <a:bodyPr/>
          <a:lstStyle/>
          <a:p>
            <a:r>
              <a:rPr lang="en-US" dirty="0"/>
              <a:t>Subtitle Text</a:t>
            </a:r>
          </a:p>
        </p:txBody>
      </p:sp>
      <p:sp>
        <p:nvSpPr>
          <p:cNvPr id="15" name="Text Placeholder 14">
            <a:extLst>
              <a:ext uri="{FF2B5EF4-FFF2-40B4-BE49-F238E27FC236}">
                <a16:creationId xmlns:a16="http://schemas.microsoft.com/office/drawing/2014/main" id="{BE6A0EA2-1836-A427-1E41-1E2581EE894B}"/>
              </a:ext>
            </a:extLst>
          </p:cNvPr>
          <p:cNvSpPr>
            <a:spLocks noGrp="1"/>
          </p:cNvSpPr>
          <p:nvPr>
            <p:ph type="body" sz="quarter" idx="39"/>
          </p:nvPr>
        </p:nvSpPr>
        <p:spPr/>
        <p:txBody>
          <a:bodyPr/>
          <a:lstStyle/>
          <a:p>
            <a:r>
              <a:rPr lang="en-US" dirty="0"/>
              <a:t>Main content text for this placeholder. This is sample content to test the layout.</a:t>
            </a:r>
          </a:p>
        </p:txBody>
      </p:sp>
      <p:sp>
        <p:nvSpPr>
          <p:cNvPr id="16" name="Picture Placeholder 15">
            <a:extLst>
              <a:ext uri="{FF2B5EF4-FFF2-40B4-BE49-F238E27FC236}">
                <a16:creationId xmlns:a16="http://schemas.microsoft.com/office/drawing/2014/main" id="{4745BC03-FDD8-3BCC-22FB-500B2E029A18}"/>
              </a:ext>
            </a:extLst>
          </p:cNvPr>
          <p:cNvSpPr>
            <a:spLocks noGrp="1"/>
          </p:cNvSpPr>
          <p:nvPr>
            <p:ph type="pic" sz="quarter" idx="23"/>
          </p:nvPr>
        </p:nvSpPr>
        <p:spPr/>
        <p:txBody>
          <a:bodyPr/>
          <a:lstStyle/>
          <a:p>
            <a:endParaRPr lang="en-US"/>
          </a:p>
        </p:txBody>
      </p:sp>
      <p:sp>
        <p:nvSpPr>
          <p:cNvPr id="17" name="Text Placeholder 16">
            <a:extLst>
              <a:ext uri="{FF2B5EF4-FFF2-40B4-BE49-F238E27FC236}">
                <a16:creationId xmlns:a16="http://schemas.microsoft.com/office/drawing/2014/main" id="{9F1651A3-FFEB-491D-3A3F-F0C4EFC50427}"/>
              </a:ext>
            </a:extLst>
          </p:cNvPr>
          <p:cNvSpPr>
            <a:spLocks noGrp="1"/>
          </p:cNvSpPr>
          <p:nvPr>
            <p:ph type="body" sz="quarter" idx="40"/>
          </p:nvPr>
        </p:nvSpPr>
        <p:spPr/>
        <p:txBody>
          <a:bodyPr/>
          <a:lstStyle/>
          <a:p>
            <a:r>
              <a:rPr lang="en-US" dirty="0"/>
              <a:t>Subtitle Text</a:t>
            </a:r>
          </a:p>
        </p:txBody>
      </p:sp>
      <p:sp>
        <p:nvSpPr>
          <p:cNvPr id="7" name="Picture Placeholder 6">
            <a:extLst>
              <a:ext uri="{FF2B5EF4-FFF2-40B4-BE49-F238E27FC236}">
                <a16:creationId xmlns:a16="http://schemas.microsoft.com/office/drawing/2014/main" id="{1BD844BF-1259-2E2E-6313-85AEA5B5C233}"/>
              </a:ext>
            </a:extLst>
          </p:cNvPr>
          <p:cNvSpPr>
            <a:spLocks noGrp="1"/>
          </p:cNvSpPr>
          <p:nvPr>
            <p:ph type="pic" sz="quarter" idx="27"/>
          </p:nvPr>
        </p:nvSpPr>
        <p:spPr/>
        <p:txBody>
          <a:bodyPr/>
          <a:lstStyle/>
          <a:p>
            <a:endParaRPr lang="en-US"/>
          </a:p>
        </p:txBody>
      </p:sp>
    </p:spTree>
    <p:extLst>
      <p:ext uri="{BB962C8B-B14F-4D97-AF65-F5344CB8AC3E}">
        <p14:creationId xmlns:p14="http://schemas.microsoft.com/office/powerpoint/2010/main" val="245235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CCFDD69-0F05-20F1-330E-FE6C357FDC21}"/>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D4BBFD76-BCB6-40CF-5EDD-E8A011AEEB4D}"/>
              </a:ext>
            </a:extLst>
          </p:cNvPr>
          <p:cNvSpPr>
            <a:spLocks noGrp="1"/>
          </p:cNvSpPr>
          <p:nvPr>
            <p:ph type="sldNum" sz="quarter" idx="12"/>
          </p:nvPr>
        </p:nvSpPr>
        <p:spPr/>
        <p:txBody>
          <a:bodyPr/>
          <a:lstStyle/>
          <a:p>
            <a:fld id="{5CFA18E4-D58E-4B28-B105-28D9665A8EBC}" type="slidenum">
              <a:rPr lang="en-US" smtClean="0"/>
              <a:pPr/>
              <a:t>17</a:t>
            </a:fld>
            <a:endParaRPr lang="en-US" dirty="0"/>
          </a:p>
        </p:txBody>
      </p:sp>
      <p:sp>
        <p:nvSpPr>
          <p:cNvPr id="4" name="Title 3">
            <a:extLst>
              <a:ext uri="{FF2B5EF4-FFF2-40B4-BE49-F238E27FC236}">
                <a16:creationId xmlns:a16="http://schemas.microsoft.com/office/drawing/2014/main" id="{01B75FF4-13AB-EA28-1F56-F486A0E01E41}"/>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8FE848D3-0469-A424-C6C5-B5AAC680F7E0}"/>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A718422E-512F-78BE-467D-0A0549B38670}"/>
              </a:ext>
            </a:extLst>
          </p:cNvPr>
          <p:cNvSpPr>
            <a:spLocks noGrp="1"/>
          </p:cNvSpPr>
          <p:nvPr>
            <p:ph sz="quarter" idx="33"/>
          </p:nvPr>
        </p:nvSpPr>
        <p:spPr/>
        <p:txBody>
          <a:bodyPr/>
          <a:lstStyle/>
          <a:p>
            <a:r>
              <a:rPr lang="en-US" dirty="0"/>
              <a:t>Main content text for this placeholder. This is sample content to test the layout.</a:t>
            </a:r>
          </a:p>
        </p:txBody>
      </p:sp>
      <p:sp>
        <p:nvSpPr>
          <p:cNvPr id="7" name="Text Placeholder 6">
            <a:extLst>
              <a:ext uri="{FF2B5EF4-FFF2-40B4-BE49-F238E27FC236}">
                <a16:creationId xmlns:a16="http://schemas.microsoft.com/office/drawing/2014/main" id="{94D53C7D-B0FB-4F4D-0322-5FE4C9DDC9A2}"/>
              </a:ext>
            </a:extLst>
          </p:cNvPr>
          <p:cNvSpPr>
            <a:spLocks noGrp="1"/>
          </p:cNvSpPr>
          <p:nvPr>
            <p:ph type="body" sz="quarter" idx="15"/>
          </p:nvPr>
        </p:nvSpPr>
        <p:spPr/>
        <p:txBody>
          <a:bodyPr/>
          <a:lstStyle/>
          <a:p>
            <a:r>
              <a:rPr lang="en-US" dirty="0"/>
              <a:t>Sample Source / Legal disclaimer / Footnote</a:t>
            </a:r>
          </a:p>
        </p:txBody>
      </p:sp>
      <p:sp>
        <p:nvSpPr>
          <p:cNvPr id="8" name="Picture Placeholder 7">
            <a:extLst>
              <a:ext uri="{FF2B5EF4-FFF2-40B4-BE49-F238E27FC236}">
                <a16:creationId xmlns:a16="http://schemas.microsoft.com/office/drawing/2014/main" id="{EF72D5D1-5F32-00F4-D2B3-779CD27C7BC5}"/>
              </a:ext>
            </a:extLst>
          </p:cNvPr>
          <p:cNvSpPr>
            <a:spLocks noGrp="1"/>
          </p:cNvSpPr>
          <p:nvPr>
            <p:ph type="pic" sz="quarter" idx="27"/>
          </p:nvPr>
        </p:nvSpPr>
        <p:spPr/>
        <p:txBody>
          <a:bodyPr/>
          <a:lstStyle/>
          <a:p>
            <a:endParaRPr lang="en-US"/>
          </a:p>
        </p:txBody>
      </p:sp>
      <p:sp>
        <p:nvSpPr>
          <p:cNvPr id="9" name="Text Placeholder 8">
            <a:extLst>
              <a:ext uri="{FF2B5EF4-FFF2-40B4-BE49-F238E27FC236}">
                <a16:creationId xmlns:a16="http://schemas.microsoft.com/office/drawing/2014/main" id="{118A3593-71AF-BB7D-6962-595F28BBDEBD}"/>
              </a:ext>
            </a:extLst>
          </p:cNvPr>
          <p:cNvSpPr>
            <a:spLocks noGrp="1"/>
          </p:cNvSpPr>
          <p:nvPr>
            <p:ph type="body" sz="quarter" idx="25"/>
          </p:nvPr>
        </p:nvSpPr>
        <p:spPr/>
        <p:txBody>
          <a:bodyPr/>
          <a:lstStyle/>
          <a:p>
            <a:r>
              <a:rPr lang="en-US" dirty="0"/>
              <a:t>Subtitle Text</a:t>
            </a:r>
          </a:p>
        </p:txBody>
      </p:sp>
      <p:sp>
        <p:nvSpPr>
          <p:cNvPr id="10" name="Text Placeholder 9">
            <a:extLst>
              <a:ext uri="{FF2B5EF4-FFF2-40B4-BE49-F238E27FC236}">
                <a16:creationId xmlns:a16="http://schemas.microsoft.com/office/drawing/2014/main" id="{E36E7858-70A2-61A5-E56F-CD3B89BC8A44}"/>
              </a:ext>
            </a:extLst>
          </p:cNvPr>
          <p:cNvSpPr>
            <a:spLocks noGrp="1"/>
          </p:cNvSpPr>
          <p:nvPr>
            <p:ph type="body" sz="quarter" idx="29"/>
          </p:nvPr>
        </p:nvSpPr>
        <p:spPr/>
        <p:txBody>
          <a:bodyPr/>
          <a:lstStyle/>
          <a:p>
            <a:r>
              <a:rPr lang="en-US" dirty="0"/>
              <a:t>Main content text for this placeholder. This is sample content to test the layout.</a:t>
            </a:r>
          </a:p>
        </p:txBody>
      </p:sp>
      <p:sp>
        <p:nvSpPr>
          <p:cNvPr id="11" name="Picture Placeholder 10">
            <a:extLst>
              <a:ext uri="{FF2B5EF4-FFF2-40B4-BE49-F238E27FC236}">
                <a16:creationId xmlns:a16="http://schemas.microsoft.com/office/drawing/2014/main" id="{A06A69AA-9AAA-35B7-3415-BC8844797A63}"/>
              </a:ext>
            </a:extLst>
          </p:cNvPr>
          <p:cNvSpPr>
            <a:spLocks noGrp="1"/>
          </p:cNvSpPr>
          <p:nvPr>
            <p:ph type="pic" sz="quarter" idx="21"/>
          </p:nvPr>
        </p:nvSpPr>
        <p:spPr/>
        <p:txBody>
          <a:bodyPr/>
          <a:lstStyle/>
          <a:p>
            <a:endParaRPr lang="en-US"/>
          </a:p>
        </p:txBody>
      </p:sp>
      <p:sp>
        <p:nvSpPr>
          <p:cNvPr id="12" name="Text Placeholder 11">
            <a:extLst>
              <a:ext uri="{FF2B5EF4-FFF2-40B4-BE49-F238E27FC236}">
                <a16:creationId xmlns:a16="http://schemas.microsoft.com/office/drawing/2014/main" id="{8146B368-4FDA-D432-A405-7ED34CD22E7E}"/>
              </a:ext>
            </a:extLst>
          </p:cNvPr>
          <p:cNvSpPr>
            <a:spLocks noGrp="1"/>
          </p:cNvSpPr>
          <p:nvPr>
            <p:ph type="body" sz="quarter" idx="16"/>
          </p:nvPr>
        </p:nvSpPr>
        <p:spPr/>
        <p:txBody>
          <a:bodyPr/>
          <a:lstStyle/>
          <a:p>
            <a:r>
              <a:rPr lang="en-US" dirty="0"/>
              <a:t>Subtitle Text</a:t>
            </a:r>
          </a:p>
        </p:txBody>
      </p:sp>
      <p:sp>
        <p:nvSpPr>
          <p:cNvPr id="13" name="Text Placeholder 12">
            <a:extLst>
              <a:ext uri="{FF2B5EF4-FFF2-40B4-BE49-F238E27FC236}">
                <a16:creationId xmlns:a16="http://schemas.microsoft.com/office/drawing/2014/main" id="{77494740-436F-D980-2B43-477DFA2C4B70}"/>
              </a:ext>
            </a:extLst>
          </p:cNvPr>
          <p:cNvSpPr>
            <a:spLocks noGrp="1"/>
          </p:cNvSpPr>
          <p:nvPr>
            <p:ph type="body" sz="quarter" idx="30"/>
          </p:nvPr>
        </p:nvSpPr>
        <p:spPr/>
        <p:txBody>
          <a:bodyPr/>
          <a:lstStyle/>
          <a:p>
            <a:r>
              <a:rPr lang="en-US" dirty="0"/>
              <a:t>Main content text for this placeholder. This is sample content to test the layout.</a:t>
            </a:r>
          </a:p>
        </p:txBody>
      </p:sp>
      <p:sp>
        <p:nvSpPr>
          <p:cNvPr id="14" name="Picture Placeholder 13">
            <a:extLst>
              <a:ext uri="{FF2B5EF4-FFF2-40B4-BE49-F238E27FC236}">
                <a16:creationId xmlns:a16="http://schemas.microsoft.com/office/drawing/2014/main" id="{7614B429-41E8-E248-0651-50D7A0720311}"/>
              </a:ext>
            </a:extLst>
          </p:cNvPr>
          <p:cNvSpPr>
            <a:spLocks noGrp="1"/>
          </p:cNvSpPr>
          <p:nvPr>
            <p:ph type="pic" sz="quarter" idx="22"/>
          </p:nvPr>
        </p:nvSpPr>
        <p:spPr/>
        <p:txBody>
          <a:bodyPr/>
          <a:lstStyle/>
          <a:p>
            <a:endParaRPr lang="en-US"/>
          </a:p>
        </p:txBody>
      </p:sp>
      <p:sp>
        <p:nvSpPr>
          <p:cNvPr id="15" name="Text Placeholder 14">
            <a:extLst>
              <a:ext uri="{FF2B5EF4-FFF2-40B4-BE49-F238E27FC236}">
                <a16:creationId xmlns:a16="http://schemas.microsoft.com/office/drawing/2014/main" id="{A885D61D-BB8B-F2BF-EBD1-6C713BB01335}"/>
              </a:ext>
            </a:extLst>
          </p:cNvPr>
          <p:cNvSpPr>
            <a:spLocks noGrp="1"/>
          </p:cNvSpPr>
          <p:nvPr>
            <p:ph type="body" sz="quarter" idx="17"/>
          </p:nvPr>
        </p:nvSpPr>
        <p:spPr/>
        <p:txBody>
          <a:bodyPr/>
          <a:lstStyle/>
          <a:p>
            <a:r>
              <a:rPr lang="en-US" dirty="0"/>
              <a:t>Subtitle Text</a:t>
            </a:r>
          </a:p>
        </p:txBody>
      </p:sp>
      <p:sp>
        <p:nvSpPr>
          <p:cNvPr id="16" name="Text Placeholder 15">
            <a:extLst>
              <a:ext uri="{FF2B5EF4-FFF2-40B4-BE49-F238E27FC236}">
                <a16:creationId xmlns:a16="http://schemas.microsoft.com/office/drawing/2014/main" id="{0A506C2B-3C1F-16B0-BC31-3A835BB067F6}"/>
              </a:ext>
            </a:extLst>
          </p:cNvPr>
          <p:cNvSpPr>
            <a:spLocks noGrp="1"/>
          </p:cNvSpPr>
          <p:nvPr>
            <p:ph type="body" sz="quarter" idx="31"/>
          </p:nvPr>
        </p:nvSpPr>
        <p:spPr/>
        <p:txBody>
          <a:bodyPr/>
          <a:lstStyle/>
          <a:p>
            <a:r>
              <a:rPr lang="en-US" dirty="0"/>
              <a:t>Main content text for this placeholder. This is sample content to test the layout.</a:t>
            </a:r>
          </a:p>
        </p:txBody>
      </p:sp>
      <p:sp>
        <p:nvSpPr>
          <p:cNvPr id="17" name="Picture Placeholder 16">
            <a:extLst>
              <a:ext uri="{FF2B5EF4-FFF2-40B4-BE49-F238E27FC236}">
                <a16:creationId xmlns:a16="http://schemas.microsoft.com/office/drawing/2014/main" id="{3EF67426-0355-1EE3-B4EB-77FD386BBD5A}"/>
              </a:ext>
            </a:extLst>
          </p:cNvPr>
          <p:cNvSpPr>
            <a:spLocks noGrp="1"/>
          </p:cNvSpPr>
          <p:nvPr>
            <p:ph type="pic" sz="quarter" idx="23"/>
          </p:nvPr>
        </p:nvSpPr>
        <p:spPr/>
        <p:txBody>
          <a:bodyPr/>
          <a:lstStyle/>
          <a:p>
            <a:endParaRPr lang="en-US"/>
          </a:p>
        </p:txBody>
      </p:sp>
      <p:sp>
        <p:nvSpPr>
          <p:cNvPr id="18" name="Text Placeholder 17">
            <a:extLst>
              <a:ext uri="{FF2B5EF4-FFF2-40B4-BE49-F238E27FC236}">
                <a16:creationId xmlns:a16="http://schemas.microsoft.com/office/drawing/2014/main" id="{22DF5CED-F18D-05A4-C1F9-F5B460601E29}"/>
              </a:ext>
            </a:extLst>
          </p:cNvPr>
          <p:cNvSpPr>
            <a:spLocks noGrp="1"/>
          </p:cNvSpPr>
          <p:nvPr>
            <p:ph type="body" sz="quarter" idx="19"/>
          </p:nvPr>
        </p:nvSpPr>
        <p:spPr/>
        <p:txBody>
          <a:bodyPr/>
          <a:lstStyle/>
          <a:p>
            <a:r>
              <a:rPr lang="en-US" dirty="0"/>
              <a:t>Subtitle Text</a:t>
            </a:r>
          </a:p>
        </p:txBody>
      </p:sp>
      <p:sp>
        <p:nvSpPr>
          <p:cNvPr id="19" name="Text Placeholder 18">
            <a:extLst>
              <a:ext uri="{FF2B5EF4-FFF2-40B4-BE49-F238E27FC236}">
                <a16:creationId xmlns:a16="http://schemas.microsoft.com/office/drawing/2014/main" id="{539FD717-D780-BABC-7896-72E422BD5AB4}"/>
              </a:ext>
            </a:extLst>
          </p:cNvPr>
          <p:cNvSpPr>
            <a:spLocks noGrp="1"/>
          </p:cNvSpPr>
          <p:nvPr>
            <p:ph type="body" sz="quarter" idx="32"/>
          </p:nvPr>
        </p:nvSpPr>
        <p:spPr/>
        <p:txBody>
          <a:bodyPr/>
          <a:lstStyle/>
          <a:p>
            <a:r>
              <a:rPr lang="en-US" dirty="0"/>
              <a:t>Main content text for this placeholder. This is sample content to test the layout.</a:t>
            </a:r>
          </a:p>
        </p:txBody>
      </p:sp>
    </p:spTree>
    <p:extLst>
      <p:ext uri="{BB962C8B-B14F-4D97-AF65-F5344CB8AC3E}">
        <p14:creationId xmlns:p14="http://schemas.microsoft.com/office/powerpoint/2010/main" val="2831881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8C81E4F-015B-3829-823E-12D64F23081F}"/>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A7734F4F-787E-4597-75F3-BDA5DCD5E5A4}"/>
              </a:ext>
            </a:extLst>
          </p:cNvPr>
          <p:cNvSpPr>
            <a:spLocks noGrp="1"/>
          </p:cNvSpPr>
          <p:nvPr>
            <p:ph type="sldNum" sz="quarter" idx="12"/>
          </p:nvPr>
        </p:nvSpPr>
        <p:spPr/>
        <p:txBody>
          <a:bodyPr/>
          <a:lstStyle/>
          <a:p>
            <a:fld id="{5CFA18E4-D58E-4B28-B105-28D9665A8EBC}" type="slidenum">
              <a:rPr lang="en-US" smtClean="0"/>
              <a:pPr/>
              <a:t>18</a:t>
            </a:fld>
            <a:endParaRPr lang="en-US" dirty="0"/>
          </a:p>
        </p:txBody>
      </p:sp>
      <p:sp>
        <p:nvSpPr>
          <p:cNvPr id="4" name="Title 3">
            <a:extLst>
              <a:ext uri="{FF2B5EF4-FFF2-40B4-BE49-F238E27FC236}">
                <a16:creationId xmlns:a16="http://schemas.microsoft.com/office/drawing/2014/main" id="{EC088516-705C-849F-CED4-E9811F2D4E16}"/>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86F19965-F1A8-E13C-7161-56A14B2F6B0D}"/>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35ED09EB-9E05-A6CA-07B5-73086FC5B9C1}"/>
              </a:ext>
            </a:extLst>
          </p:cNvPr>
          <p:cNvSpPr>
            <a:spLocks noGrp="1"/>
          </p:cNvSpPr>
          <p:nvPr>
            <p:ph sz="quarter" idx="33"/>
          </p:nvPr>
        </p:nvSpPr>
        <p:spPr/>
        <p:txBody>
          <a:bodyPr/>
          <a:lstStyle/>
          <a:p>
            <a:r>
              <a:rPr lang="en-US" dirty="0"/>
              <a:t>Main content text for this placeholder. This is sample content to test the layout.</a:t>
            </a:r>
          </a:p>
        </p:txBody>
      </p:sp>
      <p:sp>
        <p:nvSpPr>
          <p:cNvPr id="7" name="Text Placeholder 6">
            <a:extLst>
              <a:ext uri="{FF2B5EF4-FFF2-40B4-BE49-F238E27FC236}">
                <a16:creationId xmlns:a16="http://schemas.microsoft.com/office/drawing/2014/main" id="{105B10D9-2040-B7D3-D495-3CEF1D360C24}"/>
              </a:ext>
            </a:extLst>
          </p:cNvPr>
          <p:cNvSpPr>
            <a:spLocks noGrp="1"/>
          </p:cNvSpPr>
          <p:nvPr>
            <p:ph type="body" sz="quarter" idx="15"/>
          </p:nvPr>
        </p:nvSpPr>
        <p:spPr/>
        <p:txBody>
          <a:bodyPr/>
          <a:lstStyle/>
          <a:p>
            <a:r>
              <a:rPr lang="en-US" dirty="0"/>
              <a:t>Sample Source / Legal disclaimer / Footnote</a:t>
            </a:r>
          </a:p>
        </p:txBody>
      </p:sp>
      <p:sp>
        <p:nvSpPr>
          <p:cNvPr id="8" name="Picture Placeholder 7">
            <a:extLst>
              <a:ext uri="{FF2B5EF4-FFF2-40B4-BE49-F238E27FC236}">
                <a16:creationId xmlns:a16="http://schemas.microsoft.com/office/drawing/2014/main" id="{EDCB05ED-5A07-97F9-59B0-3EEC31449B92}"/>
              </a:ext>
            </a:extLst>
          </p:cNvPr>
          <p:cNvSpPr>
            <a:spLocks noGrp="1"/>
          </p:cNvSpPr>
          <p:nvPr>
            <p:ph type="pic" sz="quarter" idx="27"/>
          </p:nvPr>
        </p:nvSpPr>
        <p:spPr/>
        <p:txBody>
          <a:bodyPr/>
          <a:lstStyle/>
          <a:p>
            <a:endParaRPr lang="en-US"/>
          </a:p>
        </p:txBody>
      </p:sp>
      <p:sp>
        <p:nvSpPr>
          <p:cNvPr id="9" name="Text Placeholder 8">
            <a:extLst>
              <a:ext uri="{FF2B5EF4-FFF2-40B4-BE49-F238E27FC236}">
                <a16:creationId xmlns:a16="http://schemas.microsoft.com/office/drawing/2014/main" id="{4BEA871F-5FF1-A08D-61F7-27278EFE1A5F}"/>
              </a:ext>
            </a:extLst>
          </p:cNvPr>
          <p:cNvSpPr>
            <a:spLocks noGrp="1"/>
          </p:cNvSpPr>
          <p:nvPr>
            <p:ph type="body" sz="quarter" idx="25"/>
          </p:nvPr>
        </p:nvSpPr>
        <p:spPr/>
        <p:txBody>
          <a:bodyPr/>
          <a:lstStyle/>
          <a:p>
            <a:r>
              <a:rPr lang="en-US" dirty="0"/>
              <a:t>Subtitle Text</a:t>
            </a:r>
          </a:p>
        </p:txBody>
      </p:sp>
      <p:sp>
        <p:nvSpPr>
          <p:cNvPr id="10" name="Text Placeholder 9">
            <a:extLst>
              <a:ext uri="{FF2B5EF4-FFF2-40B4-BE49-F238E27FC236}">
                <a16:creationId xmlns:a16="http://schemas.microsoft.com/office/drawing/2014/main" id="{92A65DB8-F644-B93D-0C91-4783DA490049}"/>
              </a:ext>
            </a:extLst>
          </p:cNvPr>
          <p:cNvSpPr>
            <a:spLocks noGrp="1"/>
          </p:cNvSpPr>
          <p:nvPr>
            <p:ph type="body" sz="quarter" idx="29"/>
          </p:nvPr>
        </p:nvSpPr>
        <p:spPr/>
        <p:txBody>
          <a:bodyPr/>
          <a:lstStyle/>
          <a:p>
            <a:r>
              <a:rPr lang="en-US" dirty="0"/>
              <a:t>Main content text for this placeholder. This is sample content to test the layout.</a:t>
            </a:r>
          </a:p>
        </p:txBody>
      </p:sp>
      <p:sp>
        <p:nvSpPr>
          <p:cNvPr id="11" name="Picture Placeholder 10">
            <a:extLst>
              <a:ext uri="{FF2B5EF4-FFF2-40B4-BE49-F238E27FC236}">
                <a16:creationId xmlns:a16="http://schemas.microsoft.com/office/drawing/2014/main" id="{A672BF2F-3E68-D8CF-E2C3-E1024A9BFA6D}"/>
              </a:ext>
            </a:extLst>
          </p:cNvPr>
          <p:cNvSpPr>
            <a:spLocks noGrp="1"/>
          </p:cNvSpPr>
          <p:nvPr>
            <p:ph type="pic" sz="quarter" idx="21"/>
          </p:nvPr>
        </p:nvSpPr>
        <p:spPr/>
        <p:txBody>
          <a:bodyPr/>
          <a:lstStyle/>
          <a:p>
            <a:endParaRPr lang="en-US"/>
          </a:p>
        </p:txBody>
      </p:sp>
      <p:sp>
        <p:nvSpPr>
          <p:cNvPr id="12" name="Text Placeholder 11">
            <a:extLst>
              <a:ext uri="{FF2B5EF4-FFF2-40B4-BE49-F238E27FC236}">
                <a16:creationId xmlns:a16="http://schemas.microsoft.com/office/drawing/2014/main" id="{DED1BAAE-F244-1147-4EEF-C71E1258BED6}"/>
              </a:ext>
            </a:extLst>
          </p:cNvPr>
          <p:cNvSpPr>
            <a:spLocks noGrp="1"/>
          </p:cNvSpPr>
          <p:nvPr>
            <p:ph type="body" sz="quarter" idx="16"/>
          </p:nvPr>
        </p:nvSpPr>
        <p:spPr/>
        <p:txBody>
          <a:bodyPr/>
          <a:lstStyle/>
          <a:p>
            <a:r>
              <a:rPr lang="en-US" dirty="0"/>
              <a:t>Subtitle Text</a:t>
            </a:r>
          </a:p>
        </p:txBody>
      </p:sp>
      <p:sp>
        <p:nvSpPr>
          <p:cNvPr id="13" name="Text Placeholder 12">
            <a:extLst>
              <a:ext uri="{FF2B5EF4-FFF2-40B4-BE49-F238E27FC236}">
                <a16:creationId xmlns:a16="http://schemas.microsoft.com/office/drawing/2014/main" id="{2CD1ADE0-BC63-85C8-CA04-FA2EACFB972B}"/>
              </a:ext>
            </a:extLst>
          </p:cNvPr>
          <p:cNvSpPr>
            <a:spLocks noGrp="1"/>
          </p:cNvSpPr>
          <p:nvPr>
            <p:ph type="body" sz="quarter" idx="30"/>
          </p:nvPr>
        </p:nvSpPr>
        <p:spPr/>
        <p:txBody>
          <a:bodyPr/>
          <a:lstStyle/>
          <a:p>
            <a:r>
              <a:rPr lang="en-US" dirty="0"/>
              <a:t>Main content text for this placeholder. This is sample content to test the layout.</a:t>
            </a:r>
          </a:p>
        </p:txBody>
      </p:sp>
      <p:sp>
        <p:nvSpPr>
          <p:cNvPr id="14" name="Picture Placeholder 13">
            <a:extLst>
              <a:ext uri="{FF2B5EF4-FFF2-40B4-BE49-F238E27FC236}">
                <a16:creationId xmlns:a16="http://schemas.microsoft.com/office/drawing/2014/main" id="{CF958B95-26FB-E9D5-90C4-F0667F41CCC0}"/>
              </a:ext>
            </a:extLst>
          </p:cNvPr>
          <p:cNvSpPr>
            <a:spLocks noGrp="1"/>
          </p:cNvSpPr>
          <p:nvPr>
            <p:ph type="pic" sz="quarter" idx="22"/>
          </p:nvPr>
        </p:nvSpPr>
        <p:spPr/>
        <p:txBody>
          <a:bodyPr/>
          <a:lstStyle/>
          <a:p>
            <a:endParaRPr lang="en-US"/>
          </a:p>
        </p:txBody>
      </p:sp>
      <p:sp>
        <p:nvSpPr>
          <p:cNvPr id="15" name="Text Placeholder 14">
            <a:extLst>
              <a:ext uri="{FF2B5EF4-FFF2-40B4-BE49-F238E27FC236}">
                <a16:creationId xmlns:a16="http://schemas.microsoft.com/office/drawing/2014/main" id="{55B3D2BC-62B9-3FE2-2D72-2FB7054437D0}"/>
              </a:ext>
            </a:extLst>
          </p:cNvPr>
          <p:cNvSpPr>
            <a:spLocks noGrp="1"/>
          </p:cNvSpPr>
          <p:nvPr>
            <p:ph type="body" sz="quarter" idx="17"/>
          </p:nvPr>
        </p:nvSpPr>
        <p:spPr/>
        <p:txBody>
          <a:bodyPr/>
          <a:lstStyle/>
          <a:p>
            <a:r>
              <a:rPr lang="en-US" dirty="0"/>
              <a:t>Subtitle Text</a:t>
            </a:r>
          </a:p>
        </p:txBody>
      </p:sp>
      <p:sp>
        <p:nvSpPr>
          <p:cNvPr id="16" name="Text Placeholder 15">
            <a:extLst>
              <a:ext uri="{FF2B5EF4-FFF2-40B4-BE49-F238E27FC236}">
                <a16:creationId xmlns:a16="http://schemas.microsoft.com/office/drawing/2014/main" id="{98C4BB59-424E-C81F-DD68-CAD49D7AA178}"/>
              </a:ext>
            </a:extLst>
          </p:cNvPr>
          <p:cNvSpPr>
            <a:spLocks noGrp="1"/>
          </p:cNvSpPr>
          <p:nvPr>
            <p:ph type="body" sz="quarter" idx="31"/>
          </p:nvPr>
        </p:nvSpPr>
        <p:spPr/>
        <p:txBody>
          <a:bodyPr/>
          <a:lstStyle/>
          <a:p>
            <a:r>
              <a:rPr lang="en-US" dirty="0"/>
              <a:t>Main content text for this placeholder. This is sample content to test the layout.</a:t>
            </a:r>
          </a:p>
        </p:txBody>
      </p:sp>
      <p:sp>
        <p:nvSpPr>
          <p:cNvPr id="17" name="Picture Placeholder 16">
            <a:extLst>
              <a:ext uri="{FF2B5EF4-FFF2-40B4-BE49-F238E27FC236}">
                <a16:creationId xmlns:a16="http://schemas.microsoft.com/office/drawing/2014/main" id="{1713748C-76CB-DFA3-ED09-14FA344B88F4}"/>
              </a:ext>
            </a:extLst>
          </p:cNvPr>
          <p:cNvSpPr>
            <a:spLocks noGrp="1"/>
          </p:cNvSpPr>
          <p:nvPr>
            <p:ph type="pic" sz="quarter" idx="23"/>
          </p:nvPr>
        </p:nvSpPr>
        <p:spPr/>
        <p:txBody>
          <a:bodyPr/>
          <a:lstStyle/>
          <a:p>
            <a:endParaRPr lang="en-US"/>
          </a:p>
        </p:txBody>
      </p:sp>
      <p:sp>
        <p:nvSpPr>
          <p:cNvPr id="18" name="Text Placeholder 17">
            <a:extLst>
              <a:ext uri="{FF2B5EF4-FFF2-40B4-BE49-F238E27FC236}">
                <a16:creationId xmlns:a16="http://schemas.microsoft.com/office/drawing/2014/main" id="{086C875C-ED6B-0374-460C-346BE2888637}"/>
              </a:ext>
            </a:extLst>
          </p:cNvPr>
          <p:cNvSpPr>
            <a:spLocks noGrp="1"/>
          </p:cNvSpPr>
          <p:nvPr>
            <p:ph type="body" sz="quarter" idx="19"/>
          </p:nvPr>
        </p:nvSpPr>
        <p:spPr/>
        <p:txBody>
          <a:bodyPr/>
          <a:lstStyle/>
          <a:p>
            <a:r>
              <a:rPr lang="en-US" dirty="0"/>
              <a:t>Subtitle Text</a:t>
            </a:r>
          </a:p>
        </p:txBody>
      </p:sp>
      <p:sp>
        <p:nvSpPr>
          <p:cNvPr id="19" name="Text Placeholder 18">
            <a:extLst>
              <a:ext uri="{FF2B5EF4-FFF2-40B4-BE49-F238E27FC236}">
                <a16:creationId xmlns:a16="http://schemas.microsoft.com/office/drawing/2014/main" id="{54C57B69-303C-F9AC-1222-2B0BD036956C}"/>
              </a:ext>
            </a:extLst>
          </p:cNvPr>
          <p:cNvSpPr>
            <a:spLocks noGrp="1"/>
          </p:cNvSpPr>
          <p:nvPr>
            <p:ph type="body" sz="quarter" idx="32"/>
          </p:nvPr>
        </p:nvSpPr>
        <p:spPr/>
        <p:txBody>
          <a:bodyPr/>
          <a:lstStyle/>
          <a:p>
            <a:r>
              <a:rPr lang="en-US" dirty="0"/>
              <a:t>Main content text for this placeholder. This is sample content to test the layout.</a:t>
            </a:r>
          </a:p>
        </p:txBody>
      </p:sp>
    </p:spTree>
    <p:extLst>
      <p:ext uri="{BB962C8B-B14F-4D97-AF65-F5344CB8AC3E}">
        <p14:creationId xmlns:p14="http://schemas.microsoft.com/office/powerpoint/2010/main" val="492854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C9D2EB-4580-8907-D68F-EFB436A622A6}"/>
              </a:ext>
            </a:extLst>
          </p:cNvPr>
          <p:cNvSpPr>
            <a:spLocks noGrp="1"/>
          </p:cNvSpPr>
          <p:nvPr>
            <p:ph type="ftr" sz="quarter" idx="38"/>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D25B98A3-B97F-A07B-94A1-4243A29FB5BD}"/>
              </a:ext>
            </a:extLst>
          </p:cNvPr>
          <p:cNvSpPr>
            <a:spLocks noGrp="1"/>
          </p:cNvSpPr>
          <p:nvPr>
            <p:ph type="sldNum" sz="quarter" idx="12"/>
          </p:nvPr>
        </p:nvSpPr>
        <p:spPr/>
        <p:txBody>
          <a:bodyPr/>
          <a:lstStyle/>
          <a:p>
            <a:fld id="{5CFA18E4-D58E-4B28-B105-28D9665A8EBC}" type="slidenum">
              <a:rPr lang="en-US" smtClean="0"/>
              <a:pPr/>
              <a:t>19</a:t>
            </a:fld>
            <a:endParaRPr lang="en-US" dirty="0"/>
          </a:p>
        </p:txBody>
      </p:sp>
      <p:sp>
        <p:nvSpPr>
          <p:cNvPr id="4" name="Title 3">
            <a:extLst>
              <a:ext uri="{FF2B5EF4-FFF2-40B4-BE49-F238E27FC236}">
                <a16:creationId xmlns:a16="http://schemas.microsoft.com/office/drawing/2014/main" id="{87B9FD8E-518F-337B-9CA0-B7EC4EF1BA71}"/>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925D3316-9937-09BF-5811-D45AAB0AB0BA}"/>
              </a:ext>
            </a:extLst>
          </p:cNvPr>
          <p:cNvSpPr>
            <a:spLocks noGrp="1"/>
          </p:cNvSpPr>
          <p:nvPr>
            <p:ph type="body" sz="quarter" idx="13"/>
          </p:nvPr>
        </p:nvSpPr>
        <p:spPr/>
        <p:txBody>
          <a:bodyPr/>
          <a:lstStyle/>
          <a:p>
            <a:r>
              <a:rPr lang="en-US" dirty="0" err="1"/>
              <a:t>Subheadline</a:t>
            </a:r>
            <a:r>
              <a:rPr lang="en-US" dirty="0"/>
              <a:t> Text</a:t>
            </a:r>
          </a:p>
        </p:txBody>
      </p:sp>
      <p:sp>
        <p:nvSpPr>
          <p:cNvPr id="6" name="Picture Placeholder 5">
            <a:extLst>
              <a:ext uri="{FF2B5EF4-FFF2-40B4-BE49-F238E27FC236}">
                <a16:creationId xmlns:a16="http://schemas.microsoft.com/office/drawing/2014/main" id="{EC6DC73C-48CF-58DB-6B4F-0D05F2D0063B}"/>
              </a:ext>
            </a:extLst>
          </p:cNvPr>
          <p:cNvSpPr>
            <a:spLocks noGrp="1"/>
          </p:cNvSpPr>
          <p:nvPr>
            <p:ph type="pic" sz="quarter" idx="21"/>
          </p:nvPr>
        </p:nvSpPr>
        <p:spPr/>
        <p:txBody>
          <a:bodyPr/>
          <a:lstStyle/>
          <a:p>
            <a:endParaRPr lang="en-US"/>
          </a:p>
        </p:txBody>
      </p:sp>
      <p:sp>
        <p:nvSpPr>
          <p:cNvPr id="7" name="Text Placeholder 6">
            <a:extLst>
              <a:ext uri="{FF2B5EF4-FFF2-40B4-BE49-F238E27FC236}">
                <a16:creationId xmlns:a16="http://schemas.microsoft.com/office/drawing/2014/main" id="{414B9922-4559-9E57-28D4-E9A4C3B7BC5E}"/>
              </a:ext>
            </a:extLst>
          </p:cNvPr>
          <p:cNvSpPr>
            <a:spLocks noGrp="1"/>
          </p:cNvSpPr>
          <p:nvPr>
            <p:ph type="body" sz="quarter" idx="16"/>
          </p:nvPr>
        </p:nvSpPr>
        <p:spPr/>
        <p:txBody>
          <a:bodyPr/>
          <a:lstStyle/>
          <a:p>
            <a:r>
              <a:rPr lang="en-US" dirty="0"/>
              <a:t>Subtitle Text</a:t>
            </a:r>
          </a:p>
        </p:txBody>
      </p:sp>
      <p:sp>
        <p:nvSpPr>
          <p:cNvPr id="8" name="Text Placeholder 7">
            <a:extLst>
              <a:ext uri="{FF2B5EF4-FFF2-40B4-BE49-F238E27FC236}">
                <a16:creationId xmlns:a16="http://schemas.microsoft.com/office/drawing/2014/main" id="{E27E1618-1166-220C-0991-5D2088BA2176}"/>
              </a:ext>
            </a:extLst>
          </p:cNvPr>
          <p:cNvSpPr>
            <a:spLocks noGrp="1"/>
          </p:cNvSpPr>
          <p:nvPr>
            <p:ph type="body" sz="quarter" idx="24"/>
          </p:nvPr>
        </p:nvSpPr>
        <p:spPr/>
        <p:txBody>
          <a:bodyPr/>
          <a:lstStyle/>
          <a:p>
            <a:r>
              <a:rPr lang="en-US" dirty="0"/>
              <a:t>Main content text for this placeholder. This is sample content to test the layout.</a:t>
            </a:r>
          </a:p>
        </p:txBody>
      </p:sp>
      <p:sp>
        <p:nvSpPr>
          <p:cNvPr id="9" name="Picture Placeholder 8">
            <a:extLst>
              <a:ext uri="{FF2B5EF4-FFF2-40B4-BE49-F238E27FC236}">
                <a16:creationId xmlns:a16="http://schemas.microsoft.com/office/drawing/2014/main" id="{762874D4-2664-D770-9A1F-698F040A6446}"/>
              </a:ext>
            </a:extLst>
          </p:cNvPr>
          <p:cNvSpPr>
            <a:spLocks noGrp="1"/>
          </p:cNvSpPr>
          <p:nvPr>
            <p:ph type="pic" sz="quarter" idx="22"/>
          </p:nvPr>
        </p:nvSpPr>
        <p:spPr/>
        <p:txBody>
          <a:bodyPr/>
          <a:lstStyle/>
          <a:p>
            <a:endParaRPr lang="en-US"/>
          </a:p>
        </p:txBody>
      </p:sp>
      <p:sp>
        <p:nvSpPr>
          <p:cNvPr id="10" name="Text Placeholder 9">
            <a:extLst>
              <a:ext uri="{FF2B5EF4-FFF2-40B4-BE49-F238E27FC236}">
                <a16:creationId xmlns:a16="http://schemas.microsoft.com/office/drawing/2014/main" id="{FD56E173-D056-DB82-F3DF-FFE8AE2AAC79}"/>
              </a:ext>
            </a:extLst>
          </p:cNvPr>
          <p:cNvSpPr>
            <a:spLocks noGrp="1"/>
          </p:cNvSpPr>
          <p:nvPr>
            <p:ph type="body" sz="quarter" idx="17"/>
          </p:nvPr>
        </p:nvSpPr>
        <p:spPr/>
        <p:txBody>
          <a:bodyPr/>
          <a:lstStyle/>
          <a:p>
            <a:r>
              <a:rPr lang="en-US" dirty="0"/>
              <a:t>Subtitle Text</a:t>
            </a:r>
          </a:p>
        </p:txBody>
      </p:sp>
      <p:sp>
        <p:nvSpPr>
          <p:cNvPr id="11" name="Text Placeholder 10">
            <a:extLst>
              <a:ext uri="{FF2B5EF4-FFF2-40B4-BE49-F238E27FC236}">
                <a16:creationId xmlns:a16="http://schemas.microsoft.com/office/drawing/2014/main" id="{75D1AB1D-F0CC-9AE5-3AC2-401060130C55}"/>
              </a:ext>
            </a:extLst>
          </p:cNvPr>
          <p:cNvSpPr>
            <a:spLocks noGrp="1"/>
          </p:cNvSpPr>
          <p:nvPr>
            <p:ph type="body" sz="quarter" idx="25"/>
          </p:nvPr>
        </p:nvSpPr>
        <p:spPr/>
        <p:txBody>
          <a:bodyPr/>
          <a:lstStyle/>
          <a:p>
            <a:r>
              <a:rPr lang="en-US" dirty="0"/>
              <a:t>Main content text for this placeholder. This is sample content to test the layout.</a:t>
            </a:r>
          </a:p>
        </p:txBody>
      </p:sp>
      <p:sp>
        <p:nvSpPr>
          <p:cNvPr id="12" name="Picture Placeholder 11">
            <a:extLst>
              <a:ext uri="{FF2B5EF4-FFF2-40B4-BE49-F238E27FC236}">
                <a16:creationId xmlns:a16="http://schemas.microsoft.com/office/drawing/2014/main" id="{2EBE9A48-96C4-6032-09FA-9A72094E42B2}"/>
              </a:ext>
            </a:extLst>
          </p:cNvPr>
          <p:cNvSpPr>
            <a:spLocks noGrp="1"/>
          </p:cNvSpPr>
          <p:nvPr>
            <p:ph type="pic" sz="quarter" idx="33"/>
          </p:nvPr>
        </p:nvSpPr>
        <p:spPr/>
        <p:txBody>
          <a:bodyPr/>
          <a:lstStyle/>
          <a:p>
            <a:endParaRPr lang="en-US"/>
          </a:p>
        </p:txBody>
      </p:sp>
      <p:sp>
        <p:nvSpPr>
          <p:cNvPr id="13" name="Text Placeholder 12">
            <a:extLst>
              <a:ext uri="{FF2B5EF4-FFF2-40B4-BE49-F238E27FC236}">
                <a16:creationId xmlns:a16="http://schemas.microsoft.com/office/drawing/2014/main" id="{32DB786E-CBF1-5078-11A3-C7C87C5C0810}"/>
              </a:ext>
            </a:extLst>
          </p:cNvPr>
          <p:cNvSpPr>
            <a:spLocks noGrp="1"/>
          </p:cNvSpPr>
          <p:nvPr>
            <p:ph type="body" sz="quarter" idx="32"/>
          </p:nvPr>
        </p:nvSpPr>
        <p:spPr/>
        <p:txBody>
          <a:bodyPr/>
          <a:lstStyle/>
          <a:p>
            <a:r>
              <a:rPr lang="en-US" dirty="0"/>
              <a:t>Subtitle Text</a:t>
            </a:r>
          </a:p>
        </p:txBody>
      </p:sp>
      <p:sp>
        <p:nvSpPr>
          <p:cNvPr id="14" name="Text Placeholder 13">
            <a:extLst>
              <a:ext uri="{FF2B5EF4-FFF2-40B4-BE49-F238E27FC236}">
                <a16:creationId xmlns:a16="http://schemas.microsoft.com/office/drawing/2014/main" id="{18CADD54-E874-17CE-B001-3721422EA6F0}"/>
              </a:ext>
            </a:extLst>
          </p:cNvPr>
          <p:cNvSpPr>
            <a:spLocks noGrp="1"/>
          </p:cNvSpPr>
          <p:nvPr>
            <p:ph type="body" sz="quarter" idx="34"/>
          </p:nvPr>
        </p:nvSpPr>
        <p:spPr/>
        <p:txBody>
          <a:bodyPr/>
          <a:lstStyle/>
          <a:p>
            <a:r>
              <a:rPr lang="en-US" dirty="0"/>
              <a:t>Main content text for this placeholder. This is sample content to test the layout.</a:t>
            </a:r>
          </a:p>
        </p:txBody>
      </p:sp>
      <p:sp>
        <p:nvSpPr>
          <p:cNvPr id="15" name="Picture Placeholder 14">
            <a:extLst>
              <a:ext uri="{FF2B5EF4-FFF2-40B4-BE49-F238E27FC236}">
                <a16:creationId xmlns:a16="http://schemas.microsoft.com/office/drawing/2014/main" id="{C84AA912-CC01-157C-0ABD-420F5CE6D93B}"/>
              </a:ext>
            </a:extLst>
          </p:cNvPr>
          <p:cNvSpPr>
            <a:spLocks noGrp="1"/>
          </p:cNvSpPr>
          <p:nvPr>
            <p:ph type="pic" sz="quarter" idx="28"/>
          </p:nvPr>
        </p:nvSpPr>
        <p:spPr/>
        <p:txBody>
          <a:bodyPr/>
          <a:lstStyle/>
          <a:p>
            <a:endParaRPr lang="en-US"/>
          </a:p>
        </p:txBody>
      </p:sp>
      <p:sp>
        <p:nvSpPr>
          <p:cNvPr id="16" name="Text Placeholder 15">
            <a:extLst>
              <a:ext uri="{FF2B5EF4-FFF2-40B4-BE49-F238E27FC236}">
                <a16:creationId xmlns:a16="http://schemas.microsoft.com/office/drawing/2014/main" id="{15AC82A0-69DE-72FB-E184-628D57C12A4B}"/>
              </a:ext>
            </a:extLst>
          </p:cNvPr>
          <p:cNvSpPr>
            <a:spLocks noGrp="1"/>
          </p:cNvSpPr>
          <p:nvPr>
            <p:ph type="body" sz="quarter" idx="26"/>
          </p:nvPr>
        </p:nvSpPr>
        <p:spPr/>
        <p:txBody>
          <a:bodyPr/>
          <a:lstStyle/>
          <a:p>
            <a:r>
              <a:rPr lang="en-US" dirty="0"/>
              <a:t>Subtitle Text</a:t>
            </a:r>
          </a:p>
        </p:txBody>
      </p:sp>
      <p:sp>
        <p:nvSpPr>
          <p:cNvPr id="17" name="Text Placeholder 16">
            <a:extLst>
              <a:ext uri="{FF2B5EF4-FFF2-40B4-BE49-F238E27FC236}">
                <a16:creationId xmlns:a16="http://schemas.microsoft.com/office/drawing/2014/main" id="{E04FAF74-3A1E-C2C3-220F-A054B632E859}"/>
              </a:ext>
            </a:extLst>
          </p:cNvPr>
          <p:cNvSpPr>
            <a:spLocks noGrp="1"/>
          </p:cNvSpPr>
          <p:nvPr>
            <p:ph type="body" sz="quarter" idx="30"/>
          </p:nvPr>
        </p:nvSpPr>
        <p:spPr/>
        <p:txBody>
          <a:bodyPr/>
          <a:lstStyle/>
          <a:p>
            <a:r>
              <a:rPr lang="en-US" dirty="0"/>
              <a:t>Main content text for this placeholder. This is sample content to test the layout.</a:t>
            </a:r>
          </a:p>
        </p:txBody>
      </p:sp>
      <p:sp>
        <p:nvSpPr>
          <p:cNvPr id="18" name="Picture Placeholder 17">
            <a:extLst>
              <a:ext uri="{FF2B5EF4-FFF2-40B4-BE49-F238E27FC236}">
                <a16:creationId xmlns:a16="http://schemas.microsoft.com/office/drawing/2014/main" id="{79D74DAE-4EFB-5281-1C91-A7238569C794}"/>
              </a:ext>
            </a:extLst>
          </p:cNvPr>
          <p:cNvSpPr>
            <a:spLocks noGrp="1"/>
          </p:cNvSpPr>
          <p:nvPr>
            <p:ph type="pic" sz="quarter" idx="29"/>
          </p:nvPr>
        </p:nvSpPr>
        <p:spPr/>
        <p:txBody>
          <a:bodyPr/>
          <a:lstStyle/>
          <a:p>
            <a:endParaRPr lang="en-US"/>
          </a:p>
        </p:txBody>
      </p:sp>
      <p:sp>
        <p:nvSpPr>
          <p:cNvPr id="19" name="Text Placeholder 18">
            <a:extLst>
              <a:ext uri="{FF2B5EF4-FFF2-40B4-BE49-F238E27FC236}">
                <a16:creationId xmlns:a16="http://schemas.microsoft.com/office/drawing/2014/main" id="{39B38377-426E-444F-04FB-821DE4BDF28F}"/>
              </a:ext>
            </a:extLst>
          </p:cNvPr>
          <p:cNvSpPr>
            <a:spLocks noGrp="1"/>
          </p:cNvSpPr>
          <p:nvPr>
            <p:ph type="body" sz="quarter" idx="27"/>
          </p:nvPr>
        </p:nvSpPr>
        <p:spPr/>
        <p:txBody>
          <a:bodyPr/>
          <a:lstStyle/>
          <a:p>
            <a:r>
              <a:rPr lang="en-US" dirty="0"/>
              <a:t>Subtitle Text</a:t>
            </a:r>
          </a:p>
        </p:txBody>
      </p:sp>
      <p:sp>
        <p:nvSpPr>
          <p:cNvPr id="20" name="Text Placeholder 19">
            <a:extLst>
              <a:ext uri="{FF2B5EF4-FFF2-40B4-BE49-F238E27FC236}">
                <a16:creationId xmlns:a16="http://schemas.microsoft.com/office/drawing/2014/main" id="{15EB7AED-8D5F-606D-3EDC-690E03E440F9}"/>
              </a:ext>
            </a:extLst>
          </p:cNvPr>
          <p:cNvSpPr>
            <a:spLocks noGrp="1"/>
          </p:cNvSpPr>
          <p:nvPr>
            <p:ph type="body" sz="quarter" idx="31"/>
          </p:nvPr>
        </p:nvSpPr>
        <p:spPr/>
        <p:txBody>
          <a:bodyPr/>
          <a:lstStyle/>
          <a:p>
            <a:r>
              <a:rPr lang="en-US" dirty="0"/>
              <a:t>Main content text for this placeholder. This is sample content to test the layout.</a:t>
            </a:r>
          </a:p>
        </p:txBody>
      </p:sp>
      <p:sp>
        <p:nvSpPr>
          <p:cNvPr id="21" name="Picture Placeholder 20">
            <a:extLst>
              <a:ext uri="{FF2B5EF4-FFF2-40B4-BE49-F238E27FC236}">
                <a16:creationId xmlns:a16="http://schemas.microsoft.com/office/drawing/2014/main" id="{27B95FF4-23A0-C885-E924-7C9E44E848AC}"/>
              </a:ext>
            </a:extLst>
          </p:cNvPr>
          <p:cNvSpPr>
            <a:spLocks noGrp="1"/>
          </p:cNvSpPr>
          <p:nvPr>
            <p:ph type="pic" sz="quarter" idx="36"/>
          </p:nvPr>
        </p:nvSpPr>
        <p:spPr/>
        <p:txBody>
          <a:bodyPr/>
          <a:lstStyle/>
          <a:p>
            <a:endParaRPr lang="en-US"/>
          </a:p>
        </p:txBody>
      </p:sp>
      <p:sp>
        <p:nvSpPr>
          <p:cNvPr id="22" name="Text Placeholder 21">
            <a:extLst>
              <a:ext uri="{FF2B5EF4-FFF2-40B4-BE49-F238E27FC236}">
                <a16:creationId xmlns:a16="http://schemas.microsoft.com/office/drawing/2014/main" id="{19770826-2FF9-86B0-3877-4325AE7117FA}"/>
              </a:ext>
            </a:extLst>
          </p:cNvPr>
          <p:cNvSpPr>
            <a:spLocks noGrp="1"/>
          </p:cNvSpPr>
          <p:nvPr>
            <p:ph type="body" sz="quarter" idx="35"/>
          </p:nvPr>
        </p:nvSpPr>
        <p:spPr/>
        <p:txBody>
          <a:bodyPr/>
          <a:lstStyle/>
          <a:p>
            <a:r>
              <a:rPr lang="en-US" dirty="0"/>
              <a:t>Subtitle Text</a:t>
            </a:r>
          </a:p>
        </p:txBody>
      </p:sp>
      <p:sp>
        <p:nvSpPr>
          <p:cNvPr id="23" name="Text Placeholder 22">
            <a:extLst>
              <a:ext uri="{FF2B5EF4-FFF2-40B4-BE49-F238E27FC236}">
                <a16:creationId xmlns:a16="http://schemas.microsoft.com/office/drawing/2014/main" id="{E2CF25E3-3191-F452-848A-22943669896C}"/>
              </a:ext>
            </a:extLst>
          </p:cNvPr>
          <p:cNvSpPr>
            <a:spLocks noGrp="1"/>
          </p:cNvSpPr>
          <p:nvPr>
            <p:ph type="body" sz="quarter" idx="37"/>
          </p:nvPr>
        </p:nvSpPr>
        <p:spPr/>
        <p:txBody>
          <a:bodyPr/>
          <a:lstStyle/>
          <a:p>
            <a:r>
              <a:rPr lang="en-US" dirty="0"/>
              <a:t>Main content text for this placeholder. This is sample content to test the layout.</a:t>
            </a:r>
          </a:p>
        </p:txBody>
      </p:sp>
      <p:sp>
        <p:nvSpPr>
          <p:cNvPr id="24" name="Text Placeholder 23">
            <a:extLst>
              <a:ext uri="{FF2B5EF4-FFF2-40B4-BE49-F238E27FC236}">
                <a16:creationId xmlns:a16="http://schemas.microsoft.com/office/drawing/2014/main" id="{2EBB831E-4614-DC05-0036-0FEB75D58594}"/>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508278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37EDEB-15B8-65CD-5EA9-CFC13BCC13CB}"/>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D9F93E5C-D883-47E5-FFD2-291649AAEB89}"/>
              </a:ext>
            </a:extLst>
          </p:cNvPr>
          <p:cNvSpPr>
            <a:spLocks noGrp="1"/>
          </p:cNvSpPr>
          <p:nvPr>
            <p:ph type="sldNum" sz="quarter" idx="12"/>
          </p:nvPr>
        </p:nvSpPr>
        <p:spPr/>
        <p:txBody>
          <a:bodyPr/>
          <a:lstStyle/>
          <a:p>
            <a:fld id="{5CFA18E4-D58E-4B28-B105-28D9665A8EBC}" type="slidenum">
              <a:rPr lang="en-US" smtClean="0"/>
              <a:pPr/>
              <a:t>20</a:t>
            </a:fld>
            <a:endParaRPr lang="en-US" dirty="0"/>
          </a:p>
        </p:txBody>
      </p:sp>
      <p:sp>
        <p:nvSpPr>
          <p:cNvPr id="4" name="Title 3">
            <a:extLst>
              <a:ext uri="{FF2B5EF4-FFF2-40B4-BE49-F238E27FC236}">
                <a16:creationId xmlns:a16="http://schemas.microsoft.com/office/drawing/2014/main" id="{8C580130-D7AA-F622-D213-C9A51749D4C5}"/>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49E5CB86-BEDB-A5A2-238B-8C1CECEEC62C}"/>
              </a:ext>
            </a:extLst>
          </p:cNvPr>
          <p:cNvSpPr>
            <a:spLocks noGrp="1"/>
          </p:cNvSpPr>
          <p:nvPr>
            <p:ph type="body" sz="quarter" idx="18"/>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4528276F-23F3-2245-7963-AB31FA2823C7}"/>
              </a:ext>
            </a:extLst>
          </p:cNvPr>
          <p:cNvSpPr>
            <a:spLocks noGrp="1"/>
          </p:cNvSpPr>
          <p:nvPr>
            <p:ph sz="quarter" idx="36"/>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9D49D57D-4822-AAEB-01B1-CFBD6E96D93F}"/>
              </a:ext>
            </a:extLst>
          </p:cNvPr>
          <p:cNvSpPr>
            <a:spLocks noGrp="1"/>
          </p:cNvSpPr>
          <p:nvPr>
            <p:ph sz="quarter" idx="15"/>
          </p:nvPr>
        </p:nvSpPr>
        <p:spPr/>
        <p:txBody>
          <a:bodyPr/>
          <a:lstStyle/>
          <a:p>
            <a:endParaRPr lang="en-US"/>
          </a:p>
        </p:txBody>
      </p:sp>
      <p:sp>
        <p:nvSpPr>
          <p:cNvPr id="8" name="Text Placeholder 7">
            <a:extLst>
              <a:ext uri="{FF2B5EF4-FFF2-40B4-BE49-F238E27FC236}">
                <a16:creationId xmlns:a16="http://schemas.microsoft.com/office/drawing/2014/main" id="{C4612C7A-D5DF-8B47-B727-D131AA79CE9A}"/>
              </a:ext>
            </a:extLst>
          </p:cNvPr>
          <p:cNvSpPr>
            <a:spLocks noGrp="1"/>
          </p:cNvSpPr>
          <p:nvPr>
            <p:ph type="body" sz="quarter" idx="37"/>
          </p:nvPr>
        </p:nvSpPr>
        <p:spPr/>
        <p:txBody>
          <a:bodyPr/>
          <a:lstStyle/>
          <a:p>
            <a:r>
              <a:rPr lang="en-US" dirty="0"/>
              <a:t>Sample Source / Legal disclaimer / Footnote</a:t>
            </a:r>
          </a:p>
        </p:txBody>
      </p:sp>
    </p:spTree>
    <p:extLst>
      <p:ext uri="{BB962C8B-B14F-4D97-AF65-F5344CB8AC3E}">
        <p14:creationId xmlns:p14="http://schemas.microsoft.com/office/powerpoint/2010/main" val="1639860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B3132A-C4C2-DF27-293B-C61FB411E786}"/>
              </a:ext>
            </a:extLst>
          </p:cNvPr>
          <p:cNvSpPr>
            <a:spLocks noGrp="1"/>
          </p:cNvSpPr>
          <p:nvPr>
            <p:ph type="ftr" sz="quarter" idx="19"/>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19358242-4915-7FBE-DD23-A06F4195A3D1}"/>
              </a:ext>
            </a:extLst>
          </p:cNvPr>
          <p:cNvSpPr>
            <a:spLocks noGrp="1"/>
          </p:cNvSpPr>
          <p:nvPr>
            <p:ph type="sldNum" sz="quarter" idx="20"/>
          </p:nvPr>
        </p:nvSpPr>
        <p:spPr/>
        <p:txBody>
          <a:bodyPr/>
          <a:lstStyle/>
          <a:p>
            <a:fld id="{5CFA18E4-D58E-4B28-B105-28D9665A8EBC}" type="slidenum">
              <a:rPr lang="en-US" smtClean="0"/>
              <a:pPr/>
              <a:t>21</a:t>
            </a:fld>
            <a:endParaRPr lang="en-US" dirty="0"/>
          </a:p>
        </p:txBody>
      </p:sp>
      <p:sp>
        <p:nvSpPr>
          <p:cNvPr id="4" name="Title 3">
            <a:extLst>
              <a:ext uri="{FF2B5EF4-FFF2-40B4-BE49-F238E27FC236}">
                <a16:creationId xmlns:a16="http://schemas.microsoft.com/office/drawing/2014/main" id="{B76F9B33-F8D8-DED6-A8C0-7112E4FEBDF4}"/>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D8AD79A2-A3C2-CCB0-5806-237A2994E65F}"/>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B2F0B585-FB60-EA3D-7481-A7D48B39496B}"/>
              </a:ext>
            </a:extLst>
          </p:cNvPr>
          <p:cNvSpPr>
            <a:spLocks noGrp="1"/>
          </p:cNvSpPr>
          <p:nvPr>
            <p:ph type="body" sz="quarter" idx="15"/>
          </p:nvPr>
        </p:nvSpPr>
        <p:spPr/>
        <p:txBody>
          <a:bodyPr/>
          <a:lstStyle/>
          <a:p>
            <a:r>
              <a:rPr lang="en-US" dirty="0"/>
              <a:t>Statement text for this placeholder.</a:t>
            </a:r>
          </a:p>
        </p:txBody>
      </p:sp>
      <p:sp>
        <p:nvSpPr>
          <p:cNvPr id="7" name="Content Placeholder 6">
            <a:extLst>
              <a:ext uri="{FF2B5EF4-FFF2-40B4-BE49-F238E27FC236}">
                <a16:creationId xmlns:a16="http://schemas.microsoft.com/office/drawing/2014/main" id="{95E14B0A-2014-DE49-7EC5-C8ECECF62169}"/>
              </a:ext>
            </a:extLst>
          </p:cNvPr>
          <p:cNvSpPr>
            <a:spLocks noGrp="1"/>
          </p:cNvSpPr>
          <p:nvPr>
            <p:ph sz="quarter" idx="16"/>
          </p:nvPr>
        </p:nvSpPr>
        <p:spPr/>
        <p:txBody>
          <a:bodyPr/>
          <a:lstStyle/>
          <a:p>
            <a:endParaRPr lang="en-US"/>
          </a:p>
        </p:txBody>
      </p:sp>
      <p:sp>
        <p:nvSpPr>
          <p:cNvPr id="8" name="Text Placeholder 7">
            <a:extLst>
              <a:ext uri="{FF2B5EF4-FFF2-40B4-BE49-F238E27FC236}">
                <a16:creationId xmlns:a16="http://schemas.microsoft.com/office/drawing/2014/main" id="{89EAE5FA-D483-1915-1D11-BAAA937E8B4C}"/>
              </a:ext>
            </a:extLst>
          </p:cNvPr>
          <p:cNvSpPr>
            <a:spLocks noGrp="1"/>
          </p:cNvSpPr>
          <p:nvPr>
            <p:ph type="body" sz="quarter" idx="21"/>
          </p:nvPr>
        </p:nvSpPr>
        <p:spPr/>
        <p:txBody>
          <a:bodyPr/>
          <a:lstStyle/>
          <a:p>
            <a:r>
              <a:rPr lang="en-US" dirty="0"/>
              <a:t>Sample Source / Legal disclaimer / Footnote</a:t>
            </a:r>
          </a:p>
        </p:txBody>
      </p:sp>
    </p:spTree>
    <p:extLst>
      <p:ext uri="{BB962C8B-B14F-4D97-AF65-F5344CB8AC3E}">
        <p14:creationId xmlns:p14="http://schemas.microsoft.com/office/powerpoint/2010/main" val="174425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553B9E-D440-807B-A404-8630B8560CCB}"/>
              </a:ext>
            </a:extLst>
          </p:cNvPr>
          <p:cNvSpPr>
            <a:spLocks noGrp="1"/>
          </p:cNvSpPr>
          <p:nvPr>
            <p:ph type="ftr" sz="quarter" idx="19"/>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6081E7F7-10B8-BF55-FF21-4A008B29A97F}"/>
              </a:ext>
            </a:extLst>
          </p:cNvPr>
          <p:cNvSpPr>
            <a:spLocks noGrp="1"/>
          </p:cNvSpPr>
          <p:nvPr>
            <p:ph type="sldNum" sz="quarter" idx="20"/>
          </p:nvPr>
        </p:nvSpPr>
        <p:spPr/>
        <p:txBody>
          <a:bodyPr/>
          <a:lstStyle/>
          <a:p>
            <a:fld id="{5CFA18E4-D58E-4B28-B105-28D9665A8EBC}" type="slidenum">
              <a:rPr lang="en-US" smtClean="0"/>
              <a:pPr/>
              <a:t>22</a:t>
            </a:fld>
            <a:endParaRPr lang="en-US" dirty="0"/>
          </a:p>
        </p:txBody>
      </p:sp>
      <p:sp>
        <p:nvSpPr>
          <p:cNvPr id="4" name="Title 3">
            <a:extLst>
              <a:ext uri="{FF2B5EF4-FFF2-40B4-BE49-F238E27FC236}">
                <a16:creationId xmlns:a16="http://schemas.microsoft.com/office/drawing/2014/main" id="{025BA5E3-3385-E061-8E40-821BCB0C60A8}"/>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65F745F9-76EB-5D38-BE96-C63CF409A402}"/>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28B2F9BD-1A7E-2C81-624A-2BFEC9A0ABAD}"/>
              </a:ext>
            </a:extLst>
          </p:cNvPr>
          <p:cNvSpPr>
            <a:spLocks noGrp="1"/>
          </p:cNvSpPr>
          <p:nvPr>
            <p:ph type="body" sz="quarter" idx="15"/>
          </p:nvPr>
        </p:nvSpPr>
        <p:spPr/>
        <p:txBody>
          <a:bodyPr/>
          <a:lstStyle/>
          <a:p>
            <a:r>
              <a:rPr lang="en-US" dirty="0"/>
              <a:t>Statement text for this placeholder.</a:t>
            </a:r>
          </a:p>
        </p:txBody>
      </p:sp>
      <p:sp>
        <p:nvSpPr>
          <p:cNvPr id="7" name="Content Placeholder 6">
            <a:extLst>
              <a:ext uri="{FF2B5EF4-FFF2-40B4-BE49-F238E27FC236}">
                <a16:creationId xmlns:a16="http://schemas.microsoft.com/office/drawing/2014/main" id="{F7F512A5-7B16-305B-A3EF-652A614CD580}"/>
              </a:ext>
            </a:extLst>
          </p:cNvPr>
          <p:cNvSpPr>
            <a:spLocks noGrp="1"/>
          </p:cNvSpPr>
          <p:nvPr>
            <p:ph sz="quarter" idx="16"/>
          </p:nvPr>
        </p:nvSpPr>
        <p:spPr/>
        <p:txBody>
          <a:bodyPr/>
          <a:lstStyle/>
          <a:p>
            <a:endParaRPr lang="en-US"/>
          </a:p>
        </p:txBody>
      </p:sp>
      <p:sp>
        <p:nvSpPr>
          <p:cNvPr id="8" name="Text Placeholder 7">
            <a:extLst>
              <a:ext uri="{FF2B5EF4-FFF2-40B4-BE49-F238E27FC236}">
                <a16:creationId xmlns:a16="http://schemas.microsoft.com/office/drawing/2014/main" id="{749807C3-E7C0-7183-49B5-8A1071BFDD17}"/>
              </a:ext>
            </a:extLst>
          </p:cNvPr>
          <p:cNvSpPr>
            <a:spLocks noGrp="1"/>
          </p:cNvSpPr>
          <p:nvPr>
            <p:ph type="body" sz="quarter" idx="21"/>
          </p:nvPr>
        </p:nvSpPr>
        <p:spPr/>
        <p:txBody>
          <a:bodyPr/>
          <a:lstStyle/>
          <a:p>
            <a:r>
              <a:rPr lang="en-US" dirty="0"/>
              <a:t>Sample Source / Legal disclaimer / Footnote</a:t>
            </a:r>
          </a:p>
        </p:txBody>
      </p:sp>
      <p:sp>
        <p:nvSpPr>
          <p:cNvPr id="9" name="Text Placeholder 8">
            <a:extLst>
              <a:ext uri="{FF2B5EF4-FFF2-40B4-BE49-F238E27FC236}">
                <a16:creationId xmlns:a16="http://schemas.microsoft.com/office/drawing/2014/main" id="{4B43B93D-AB1C-EDD0-FB2C-CB25E67A4A19}"/>
              </a:ext>
            </a:extLst>
          </p:cNvPr>
          <p:cNvSpPr>
            <a:spLocks noGrp="1"/>
          </p:cNvSpPr>
          <p:nvPr>
            <p:ph type="body" sz="quarter" idx="17"/>
          </p:nvPr>
        </p:nvSpPr>
        <p:spPr/>
        <p:txBody>
          <a:bodyPr/>
          <a:lstStyle/>
          <a:p>
            <a:r>
              <a:rPr lang="en-US" dirty="0"/>
              <a:t>Main content text for this placeholder. This is sample content to test the layout.</a:t>
            </a:r>
          </a:p>
        </p:txBody>
      </p:sp>
    </p:spTree>
    <p:extLst>
      <p:ext uri="{BB962C8B-B14F-4D97-AF65-F5344CB8AC3E}">
        <p14:creationId xmlns:p14="http://schemas.microsoft.com/office/powerpoint/2010/main" val="2066879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3F13E4-31BB-C8E4-E957-6312F036EC39}"/>
              </a:ext>
            </a:extLst>
          </p:cNvPr>
          <p:cNvSpPr>
            <a:spLocks noGrp="1"/>
          </p:cNvSpPr>
          <p:nvPr>
            <p:ph type="ftr" sz="quarter" idx="19"/>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36997FB3-3463-1443-3E7D-8642E5816B2A}"/>
              </a:ext>
            </a:extLst>
          </p:cNvPr>
          <p:cNvSpPr>
            <a:spLocks noGrp="1"/>
          </p:cNvSpPr>
          <p:nvPr>
            <p:ph type="sldNum" sz="quarter" idx="20"/>
          </p:nvPr>
        </p:nvSpPr>
        <p:spPr/>
        <p:txBody>
          <a:bodyPr/>
          <a:lstStyle/>
          <a:p>
            <a:fld id="{5CFA18E4-D58E-4B28-B105-28D9665A8EBC}" type="slidenum">
              <a:rPr lang="en-US" smtClean="0"/>
              <a:pPr/>
              <a:t>23</a:t>
            </a:fld>
            <a:endParaRPr lang="en-US" dirty="0"/>
          </a:p>
        </p:txBody>
      </p:sp>
      <p:sp>
        <p:nvSpPr>
          <p:cNvPr id="4" name="Title 3">
            <a:extLst>
              <a:ext uri="{FF2B5EF4-FFF2-40B4-BE49-F238E27FC236}">
                <a16:creationId xmlns:a16="http://schemas.microsoft.com/office/drawing/2014/main" id="{688A99E4-C6C2-EE0B-5536-CB5CF39E2266}"/>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502553FA-4FD4-8567-A6CA-0A42902BD731}"/>
              </a:ext>
            </a:extLst>
          </p:cNvPr>
          <p:cNvSpPr>
            <a:spLocks noGrp="1"/>
          </p:cNvSpPr>
          <p:nvPr>
            <p:ph type="body" sz="quarter" idx="13"/>
          </p:nvPr>
        </p:nvSpPr>
        <p:spPr/>
        <p:txBody>
          <a:bodyPr/>
          <a:lstStyle/>
          <a:p>
            <a:r>
              <a:rPr lang="en-US" dirty="0" err="1"/>
              <a:t>Subheadline</a:t>
            </a:r>
            <a:r>
              <a:rPr lang="en-US" dirty="0"/>
              <a:t> Text</a:t>
            </a:r>
          </a:p>
        </p:txBody>
      </p:sp>
      <p:sp>
        <p:nvSpPr>
          <p:cNvPr id="6" name="Text Placeholder 5">
            <a:extLst>
              <a:ext uri="{FF2B5EF4-FFF2-40B4-BE49-F238E27FC236}">
                <a16:creationId xmlns:a16="http://schemas.microsoft.com/office/drawing/2014/main" id="{5EFFF58D-8C64-794F-8E9E-146810F8EB3B}"/>
              </a:ext>
            </a:extLst>
          </p:cNvPr>
          <p:cNvSpPr>
            <a:spLocks noGrp="1"/>
          </p:cNvSpPr>
          <p:nvPr>
            <p:ph type="body" sz="quarter" idx="15"/>
          </p:nvPr>
        </p:nvSpPr>
        <p:spPr/>
        <p:txBody>
          <a:bodyPr/>
          <a:lstStyle/>
          <a:p>
            <a:r>
              <a:rPr lang="en-US" dirty="0"/>
              <a:t>Statement text for this placeholder.</a:t>
            </a:r>
          </a:p>
        </p:txBody>
      </p:sp>
      <p:sp>
        <p:nvSpPr>
          <p:cNvPr id="7" name="Text Placeholder 6">
            <a:extLst>
              <a:ext uri="{FF2B5EF4-FFF2-40B4-BE49-F238E27FC236}">
                <a16:creationId xmlns:a16="http://schemas.microsoft.com/office/drawing/2014/main" id="{281DCA5F-6C1C-6D3D-4CBE-118B395043F5}"/>
              </a:ext>
            </a:extLst>
          </p:cNvPr>
          <p:cNvSpPr>
            <a:spLocks noGrp="1"/>
          </p:cNvSpPr>
          <p:nvPr>
            <p:ph type="body" sz="quarter" idx="17"/>
          </p:nvPr>
        </p:nvSpPr>
        <p:spPr/>
        <p:txBody>
          <a:bodyPr/>
          <a:lstStyle/>
          <a:p>
            <a:r>
              <a:rPr lang="en-US" dirty="0"/>
              <a:t>Main content text for this placeholder. This is sample content to test the layout.</a:t>
            </a:r>
          </a:p>
        </p:txBody>
      </p:sp>
      <p:sp>
        <p:nvSpPr>
          <p:cNvPr id="8" name="Content Placeholder 7">
            <a:extLst>
              <a:ext uri="{FF2B5EF4-FFF2-40B4-BE49-F238E27FC236}">
                <a16:creationId xmlns:a16="http://schemas.microsoft.com/office/drawing/2014/main" id="{BA246087-D24B-6CFB-52D5-0A0DABA9DD56}"/>
              </a:ext>
            </a:extLst>
          </p:cNvPr>
          <p:cNvSpPr>
            <a:spLocks noGrp="1"/>
          </p:cNvSpPr>
          <p:nvPr>
            <p:ph sz="quarter" idx="16"/>
          </p:nvPr>
        </p:nvSpPr>
        <p:spPr/>
        <p:txBody>
          <a:bodyPr/>
          <a:lstStyle/>
          <a:p>
            <a:endParaRPr lang="en-US" dirty="0"/>
          </a:p>
        </p:txBody>
      </p:sp>
      <p:sp>
        <p:nvSpPr>
          <p:cNvPr id="9" name="Text Placeholder 8">
            <a:extLst>
              <a:ext uri="{FF2B5EF4-FFF2-40B4-BE49-F238E27FC236}">
                <a16:creationId xmlns:a16="http://schemas.microsoft.com/office/drawing/2014/main" id="{C8D7A0A1-0D63-D1AB-0836-C248EA314180}"/>
              </a:ext>
            </a:extLst>
          </p:cNvPr>
          <p:cNvSpPr>
            <a:spLocks noGrp="1"/>
          </p:cNvSpPr>
          <p:nvPr>
            <p:ph type="body" sz="quarter" idx="21"/>
          </p:nvPr>
        </p:nvSpPr>
        <p:spPr/>
        <p:txBody>
          <a:bodyPr/>
          <a:lstStyle/>
          <a:p>
            <a:r>
              <a:rPr lang="en-US" dirty="0"/>
              <a:t>Sample Source / Legal disclaimer / Footnote</a:t>
            </a:r>
          </a:p>
        </p:txBody>
      </p:sp>
    </p:spTree>
    <p:extLst>
      <p:ext uri="{BB962C8B-B14F-4D97-AF65-F5344CB8AC3E}">
        <p14:creationId xmlns:p14="http://schemas.microsoft.com/office/powerpoint/2010/main" val="1021874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2EDB84B-40A4-E8CC-FFF3-A658E56D1457}"/>
              </a:ext>
            </a:extLst>
          </p:cNvPr>
          <p:cNvSpPr>
            <a:spLocks noGrp="1"/>
          </p:cNvSpPr>
          <p:nvPr>
            <p:ph type="sldNum" sz="quarter" idx="12"/>
          </p:nvPr>
        </p:nvSpPr>
        <p:spPr>
          <a:xfrm>
            <a:off x="11320251" y="6563709"/>
            <a:ext cx="311576" cy="214804"/>
          </a:xfrm>
        </p:spPr>
        <p:txBody>
          <a:bodyPr/>
          <a:lstStyle/>
          <a:p>
            <a:fld id="{5CFA18E4-D58E-4B28-B105-28D9665A8EBC}" type="slidenum">
              <a:rPr lang="en-US" smtClean="0"/>
              <a:pPr/>
              <a:t>24</a:t>
            </a:fld>
            <a:endParaRPr lang="en-US" dirty="0"/>
          </a:p>
        </p:txBody>
      </p:sp>
      <p:sp>
        <p:nvSpPr>
          <p:cNvPr id="7" name="Picture Placeholder 6">
            <a:extLst>
              <a:ext uri="{FF2B5EF4-FFF2-40B4-BE49-F238E27FC236}">
                <a16:creationId xmlns:a16="http://schemas.microsoft.com/office/drawing/2014/main" id="{A2EED4ED-F390-15F6-044A-8BD211B54C46}"/>
              </a:ext>
            </a:extLst>
          </p:cNvPr>
          <p:cNvSpPr>
            <a:spLocks noGrp="1"/>
          </p:cNvSpPr>
          <p:nvPr>
            <p:ph type="pic" sz="quarter" idx="4294967295"/>
          </p:nvPr>
        </p:nvSpPr>
        <p:spPr>
          <a:xfrm>
            <a:off x="0" y="0"/>
            <a:ext cx="12192000" cy="6858000"/>
          </a:xfrm>
        </p:spPr>
        <p:txBody>
          <a:bodyPr/>
          <a:lstStyle/>
          <a:p>
            <a:endParaRPr lang="en-US"/>
          </a:p>
        </p:txBody>
      </p:sp>
      <p:sp>
        <p:nvSpPr>
          <p:cNvPr id="4" name="Footer Placeholder 3">
            <a:extLst>
              <a:ext uri="{FF2B5EF4-FFF2-40B4-BE49-F238E27FC236}">
                <a16:creationId xmlns:a16="http://schemas.microsoft.com/office/drawing/2014/main" id="{067C5EB7-3B2A-4A91-D887-A9B348A6FCCE}"/>
              </a:ext>
            </a:extLst>
          </p:cNvPr>
          <p:cNvSpPr>
            <a:spLocks noGrp="1"/>
          </p:cNvSpPr>
          <p:nvPr>
            <p:ph type="ftr" sz="quarter" idx="4294967295"/>
          </p:nvPr>
        </p:nvSpPr>
        <p:spPr>
          <a:xfrm>
            <a:off x="6656388" y="0"/>
            <a:ext cx="5535612" cy="317500"/>
          </a:xfrm>
        </p:spPr>
        <p:txBody>
          <a:bodyPr/>
          <a:lstStyle/>
          <a:p>
            <a:r>
              <a:rPr lang="en-US"/>
              <a:t>Section / Presentation Title / December 2025</a:t>
            </a:r>
            <a:endParaRPr lang="en-US" dirty="0"/>
          </a:p>
        </p:txBody>
      </p:sp>
    </p:spTree>
    <p:extLst>
      <p:ext uri="{BB962C8B-B14F-4D97-AF65-F5344CB8AC3E}">
        <p14:creationId xmlns:p14="http://schemas.microsoft.com/office/powerpoint/2010/main" val="973867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D305B5-772D-F895-5AB4-E32F00E2304D}"/>
              </a:ext>
            </a:extLst>
          </p:cNvPr>
          <p:cNvSpPr>
            <a:spLocks noGrp="1"/>
          </p:cNvSpPr>
          <p:nvPr>
            <p:ph type="sldNum" sz="quarter" idx="12"/>
          </p:nvPr>
        </p:nvSpPr>
        <p:spPr/>
        <p:txBody>
          <a:bodyPr/>
          <a:lstStyle/>
          <a:p>
            <a:fld id="{5CFA18E4-D58E-4B28-B105-28D9665A8EBC}" type="slidenum">
              <a:rPr lang="en-US" smtClean="0"/>
              <a:pPr/>
              <a:t>25</a:t>
            </a:fld>
            <a:endParaRPr lang="en-US" dirty="0"/>
          </a:p>
        </p:txBody>
      </p:sp>
      <p:sp>
        <p:nvSpPr>
          <p:cNvPr id="3" name="Text Placeholder 2">
            <a:extLst>
              <a:ext uri="{FF2B5EF4-FFF2-40B4-BE49-F238E27FC236}">
                <a16:creationId xmlns:a16="http://schemas.microsoft.com/office/drawing/2014/main" id="{635B45C9-B24B-9578-5C6F-0A87EC5D0250}"/>
              </a:ext>
            </a:extLst>
          </p:cNvPr>
          <p:cNvSpPr>
            <a:spLocks noGrp="1"/>
          </p:cNvSpPr>
          <p:nvPr>
            <p:ph type="body" sz="quarter" idx="13"/>
          </p:nvPr>
        </p:nvSpPr>
        <p:spPr/>
        <p:txBody>
          <a:bodyPr/>
          <a:lstStyle/>
          <a:p>
            <a:r>
              <a:rPr lang="en-US" dirty="0"/>
              <a:t>Statement text for this placeholder</a:t>
            </a:r>
          </a:p>
        </p:txBody>
      </p:sp>
    </p:spTree>
    <p:extLst>
      <p:ext uri="{BB962C8B-B14F-4D97-AF65-F5344CB8AC3E}">
        <p14:creationId xmlns:p14="http://schemas.microsoft.com/office/powerpoint/2010/main" val="38917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3421E0-2588-CAE7-463D-E519F2957A05}"/>
              </a:ext>
            </a:extLst>
          </p:cNvPr>
          <p:cNvSpPr>
            <a:spLocks noGrp="1"/>
          </p:cNvSpPr>
          <p:nvPr>
            <p:ph type="sldNum" sz="quarter" idx="12"/>
          </p:nvPr>
        </p:nvSpPr>
        <p:spPr/>
        <p:txBody>
          <a:bodyPr/>
          <a:lstStyle/>
          <a:p>
            <a:fld id="{5CFA18E4-D58E-4B28-B105-28D9665A8EBC}" type="slidenum">
              <a:rPr lang="en-US" smtClean="0"/>
              <a:pPr/>
              <a:t>26</a:t>
            </a:fld>
            <a:endParaRPr lang="en-US" dirty="0"/>
          </a:p>
        </p:txBody>
      </p:sp>
      <p:sp>
        <p:nvSpPr>
          <p:cNvPr id="3" name="Text Placeholder 2">
            <a:extLst>
              <a:ext uri="{FF2B5EF4-FFF2-40B4-BE49-F238E27FC236}">
                <a16:creationId xmlns:a16="http://schemas.microsoft.com/office/drawing/2014/main" id="{2CCB78E4-FC8D-8C1A-3B7F-CA1AC15C8770}"/>
              </a:ext>
            </a:extLst>
          </p:cNvPr>
          <p:cNvSpPr>
            <a:spLocks noGrp="1"/>
          </p:cNvSpPr>
          <p:nvPr>
            <p:ph type="body" sz="quarter" idx="13"/>
          </p:nvPr>
        </p:nvSpPr>
        <p:spPr/>
        <p:txBody>
          <a:bodyPr/>
          <a:lstStyle/>
          <a:p>
            <a:r>
              <a:rPr lang="en-US" dirty="0"/>
              <a:t>Statement text for this placeholder</a:t>
            </a:r>
          </a:p>
        </p:txBody>
      </p:sp>
    </p:spTree>
    <p:extLst>
      <p:ext uri="{BB962C8B-B14F-4D97-AF65-F5344CB8AC3E}">
        <p14:creationId xmlns:p14="http://schemas.microsoft.com/office/powerpoint/2010/main" val="1334518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C9A3CD-2DF9-89C8-8260-266C24332983}"/>
              </a:ext>
            </a:extLst>
          </p:cNvPr>
          <p:cNvSpPr>
            <a:spLocks noGrp="1"/>
          </p:cNvSpPr>
          <p:nvPr>
            <p:ph type="ftr" sz="quarter" idx="16"/>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8F67578D-1CD6-EF76-6105-78200917EF9F}"/>
              </a:ext>
            </a:extLst>
          </p:cNvPr>
          <p:cNvSpPr>
            <a:spLocks noGrp="1"/>
          </p:cNvSpPr>
          <p:nvPr>
            <p:ph type="sldNum" sz="quarter" idx="12"/>
          </p:nvPr>
        </p:nvSpPr>
        <p:spPr/>
        <p:txBody>
          <a:bodyPr/>
          <a:lstStyle/>
          <a:p>
            <a:fld id="{5CFA18E4-D58E-4B28-B105-28D9665A8EBC}" type="slidenum">
              <a:rPr lang="en-US" smtClean="0"/>
              <a:t>27</a:t>
            </a:fld>
            <a:endParaRPr lang="en-US" dirty="0"/>
          </a:p>
        </p:txBody>
      </p:sp>
      <p:sp>
        <p:nvSpPr>
          <p:cNvPr id="4" name="Title 3">
            <a:extLst>
              <a:ext uri="{FF2B5EF4-FFF2-40B4-BE49-F238E27FC236}">
                <a16:creationId xmlns:a16="http://schemas.microsoft.com/office/drawing/2014/main" id="{D36FB515-074E-C011-587B-1AEA4AEAC8AD}"/>
              </a:ext>
            </a:extLst>
          </p:cNvPr>
          <p:cNvSpPr>
            <a:spLocks noGrp="1"/>
          </p:cNvSpPr>
          <p:nvPr>
            <p:ph type="title"/>
          </p:nvPr>
        </p:nvSpPr>
        <p:spPr/>
        <p:txBody>
          <a:bodyPr/>
          <a:lstStyle/>
          <a:p>
            <a:r>
              <a:rPr lang="en-US" dirty="0"/>
              <a:t>Divider or section header text for this placeholder</a:t>
            </a:r>
          </a:p>
        </p:txBody>
      </p:sp>
      <p:sp>
        <p:nvSpPr>
          <p:cNvPr id="5" name="Text Placeholder 4">
            <a:extLst>
              <a:ext uri="{FF2B5EF4-FFF2-40B4-BE49-F238E27FC236}">
                <a16:creationId xmlns:a16="http://schemas.microsoft.com/office/drawing/2014/main" id="{4F2C0ADB-48AE-9C66-F981-CC12612EDA0F}"/>
              </a:ext>
            </a:extLst>
          </p:cNvPr>
          <p:cNvSpPr>
            <a:spLocks noGrp="1"/>
          </p:cNvSpPr>
          <p:nvPr>
            <p:ph type="body" sz="quarter" idx="14"/>
          </p:nvPr>
        </p:nvSpPr>
        <p:spPr/>
        <p:txBody>
          <a:bodyPr/>
          <a:lstStyle/>
          <a:p>
            <a:endParaRPr lang="en-US"/>
          </a:p>
        </p:txBody>
      </p:sp>
      <p:sp>
        <p:nvSpPr>
          <p:cNvPr id="6" name="Picture Placeholder 5">
            <a:extLst>
              <a:ext uri="{FF2B5EF4-FFF2-40B4-BE49-F238E27FC236}">
                <a16:creationId xmlns:a16="http://schemas.microsoft.com/office/drawing/2014/main" id="{0D801DAC-C2A4-5A5A-B348-4EF2B10B35DF}"/>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1048040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01C307-8290-C896-8362-FEEF3975C909}"/>
              </a:ext>
            </a:extLst>
          </p:cNvPr>
          <p:cNvSpPr>
            <a:spLocks noGrp="1"/>
          </p:cNvSpPr>
          <p:nvPr>
            <p:ph type="ftr" sz="quarter" idx="16"/>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D39FD87E-70F6-1215-00D5-5A979AFA4105}"/>
              </a:ext>
            </a:extLst>
          </p:cNvPr>
          <p:cNvSpPr>
            <a:spLocks noGrp="1"/>
          </p:cNvSpPr>
          <p:nvPr>
            <p:ph type="sldNum" sz="quarter" idx="12"/>
          </p:nvPr>
        </p:nvSpPr>
        <p:spPr/>
        <p:txBody>
          <a:bodyPr/>
          <a:lstStyle/>
          <a:p>
            <a:fld id="{5CFA18E4-D58E-4B28-B105-28D9665A8EBC}" type="slidenum">
              <a:rPr lang="en-US" smtClean="0"/>
              <a:pPr/>
              <a:t>28</a:t>
            </a:fld>
            <a:endParaRPr lang="en-US" dirty="0"/>
          </a:p>
        </p:txBody>
      </p:sp>
      <p:sp>
        <p:nvSpPr>
          <p:cNvPr id="4" name="Title 3">
            <a:extLst>
              <a:ext uri="{FF2B5EF4-FFF2-40B4-BE49-F238E27FC236}">
                <a16:creationId xmlns:a16="http://schemas.microsoft.com/office/drawing/2014/main" id="{643EB505-ABEF-5693-CBB9-DA331EC45618}"/>
              </a:ext>
            </a:extLst>
          </p:cNvPr>
          <p:cNvSpPr>
            <a:spLocks noGrp="1"/>
          </p:cNvSpPr>
          <p:nvPr>
            <p:ph type="title"/>
          </p:nvPr>
        </p:nvSpPr>
        <p:spPr/>
        <p:txBody>
          <a:bodyPr/>
          <a:lstStyle/>
          <a:p>
            <a:r>
              <a:rPr lang="en-US" dirty="0"/>
              <a:t>Divider or section header text for this placeholder</a:t>
            </a:r>
          </a:p>
        </p:txBody>
      </p:sp>
      <p:sp>
        <p:nvSpPr>
          <p:cNvPr id="5" name="Text Placeholder 4">
            <a:extLst>
              <a:ext uri="{FF2B5EF4-FFF2-40B4-BE49-F238E27FC236}">
                <a16:creationId xmlns:a16="http://schemas.microsoft.com/office/drawing/2014/main" id="{8757F1AE-0774-53CA-A02A-61D31D1E227B}"/>
              </a:ext>
            </a:extLst>
          </p:cNvPr>
          <p:cNvSpPr>
            <a:spLocks noGrp="1"/>
          </p:cNvSpPr>
          <p:nvPr>
            <p:ph type="body" sz="quarter" idx="14"/>
          </p:nvPr>
        </p:nvSpPr>
        <p:spPr/>
        <p:txBody>
          <a:bodyPr/>
          <a:lstStyle/>
          <a:p>
            <a:endParaRPr lang="en-US"/>
          </a:p>
        </p:txBody>
      </p:sp>
      <p:sp>
        <p:nvSpPr>
          <p:cNvPr id="6" name="Picture Placeholder 5">
            <a:extLst>
              <a:ext uri="{FF2B5EF4-FFF2-40B4-BE49-F238E27FC236}">
                <a16:creationId xmlns:a16="http://schemas.microsoft.com/office/drawing/2014/main" id="{0208A2D4-A38D-4F81-6566-DE0AB6D0D75B}"/>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66357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27A97C-13E7-E4A4-4C03-517EAD0FB2A9}"/>
              </a:ext>
            </a:extLst>
          </p:cNvPr>
          <p:cNvSpPr>
            <a:spLocks noGrp="1"/>
          </p:cNvSpPr>
          <p:nvPr>
            <p:ph type="ftr" sz="quarter" idx="11"/>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6708344B-0087-4464-EEB5-618EA0DC261B}"/>
              </a:ext>
            </a:extLst>
          </p:cNvPr>
          <p:cNvSpPr>
            <a:spLocks noGrp="1"/>
          </p:cNvSpPr>
          <p:nvPr>
            <p:ph type="sldNum" sz="quarter" idx="12"/>
          </p:nvPr>
        </p:nvSpPr>
        <p:spPr/>
        <p:txBody>
          <a:bodyPr/>
          <a:lstStyle/>
          <a:p>
            <a:fld id="{5CFA18E4-D58E-4B28-B105-28D9665A8EBC}" type="slidenum">
              <a:rPr lang="en-US" smtClean="0"/>
              <a:pPr/>
              <a:t>29</a:t>
            </a:fld>
            <a:endParaRPr lang="en-US" dirty="0"/>
          </a:p>
        </p:txBody>
      </p:sp>
      <p:sp>
        <p:nvSpPr>
          <p:cNvPr id="4" name="Title 3">
            <a:extLst>
              <a:ext uri="{FF2B5EF4-FFF2-40B4-BE49-F238E27FC236}">
                <a16:creationId xmlns:a16="http://schemas.microsoft.com/office/drawing/2014/main" id="{C4495CB0-BD52-C2D2-7D8F-2A6D039D9DB4}"/>
              </a:ext>
            </a:extLst>
          </p:cNvPr>
          <p:cNvSpPr>
            <a:spLocks noGrp="1"/>
          </p:cNvSpPr>
          <p:nvPr>
            <p:ph type="title"/>
          </p:nvPr>
        </p:nvSpPr>
        <p:spPr/>
        <p:txBody>
          <a:bodyPr/>
          <a:lstStyle/>
          <a:p>
            <a:r>
              <a:rPr lang="en-US" dirty="0"/>
              <a:t>Divider or section header text for this placeholder</a:t>
            </a:r>
          </a:p>
        </p:txBody>
      </p:sp>
      <p:sp>
        <p:nvSpPr>
          <p:cNvPr id="5" name="Text Placeholder 4">
            <a:extLst>
              <a:ext uri="{FF2B5EF4-FFF2-40B4-BE49-F238E27FC236}">
                <a16:creationId xmlns:a16="http://schemas.microsoft.com/office/drawing/2014/main" id="{9D0EF28A-29B6-7E3E-661C-9036A45C8CE6}"/>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A70E3D71-E9C4-E23A-9153-0ED03287E68E}"/>
              </a:ext>
            </a:extLst>
          </p:cNvPr>
          <p:cNvSpPr>
            <a:spLocks noGrp="1"/>
          </p:cNvSpPr>
          <p:nvPr>
            <p:ph type="body" sz="quarter" idx="13"/>
          </p:nvPr>
        </p:nvSpPr>
        <p:spPr/>
        <p:txBody>
          <a:bodyPr/>
          <a:lstStyle/>
          <a:p>
            <a:r>
              <a:rPr lang="en-US" dirty="0"/>
              <a:t>Main content text for this placeholder. This is sample content to test the layout.</a:t>
            </a:r>
          </a:p>
        </p:txBody>
      </p:sp>
    </p:spTree>
    <p:extLst>
      <p:ext uri="{BB962C8B-B14F-4D97-AF65-F5344CB8AC3E}">
        <p14:creationId xmlns:p14="http://schemas.microsoft.com/office/powerpoint/2010/main" val="5687371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CEC0A70-0523-F14F-F13E-7B7115C3F9F4}"/>
              </a:ext>
            </a:extLst>
          </p:cNvPr>
          <p:cNvSpPr>
            <a:spLocks noGrp="1"/>
          </p:cNvSpPr>
          <p:nvPr>
            <p:ph type="ftr" sz="quarter" idx="11"/>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AA1100EB-EFB1-644D-0973-9EA3E6FEF172}"/>
              </a:ext>
            </a:extLst>
          </p:cNvPr>
          <p:cNvSpPr>
            <a:spLocks noGrp="1"/>
          </p:cNvSpPr>
          <p:nvPr>
            <p:ph type="sldNum" sz="quarter" idx="12"/>
          </p:nvPr>
        </p:nvSpPr>
        <p:spPr/>
        <p:txBody>
          <a:bodyPr/>
          <a:lstStyle/>
          <a:p>
            <a:fld id="{5CFA18E4-D58E-4B28-B105-28D9665A8EBC}" type="slidenum">
              <a:rPr lang="en-US" smtClean="0"/>
              <a:pPr/>
              <a:t>30</a:t>
            </a:fld>
            <a:endParaRPr lang="en-US" dirty="0"/>
          </a:p>
        </p:txBody>
      </p:sp>
      <p:sp>
        <p:nvSpPr>
          <p:cNvPr id="4" name="Title 3">
            <a:extLst>
              <a:ext uri="{FF2B5EF4-FFF2-40B4-BE49-F238E27FC236}">
                <a16:creationId xmlns:a16="http://schemas.microsoft.com/office/drawing/2014/main" id="{B16BE234-D66D-01EE-DEC7-0EEB256C84E2}"/>
              </a:ext>
            </a:extLst>
          </p:cNvPr>
          <p:cNvSpPr>
            <a:spLocks noGrp="1"/>
          </p:cNvSpPr>
          <p:nvPr>
            <p:ph type="title"/>
          </p:nvPr>
        </p:nvSpPr>
        <p:spPr/>
        <p:txBody>
          <a:bodyPr/>
          <a:lstStyle/>
          <a:p>
            <a:r>
              <a:rPr lang="en-US" dirty="0"/>
              <a:t>Divider or section header text for this placeholder</a:t>
            </a:r>
          </a:p>
        </p:txBody>
      </p:sp>
      <p:sp>
        <p:nvSpPr>
          <p:cNvPr id="5" name="Text Placeholder 4">
            <a:extLst>
              <a:ext uri="{FF2B5EF4-FFF2-40B4-BE49-F238E27FC236}">
                <a16:creationId xmlns:a16="http://schemas.microsoft.com/office/drawing/2014/main" id="{CD6D1615-AC60-AC9D-76BC-8130125A5414}"/>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838121A1-616D-5850-543E-A1E95BEF6372}"/>
              </a:ext>
            </a:extLst>
          </p:cNvPr>
          <p:cNvSpPr>
            <a:spLocks noGrp="1"/>
          </p:cNvSpPr>
          <p:nvPr>
            <p:ph type="body" sz="quarter" idx="13"/>
          </p:nvPr>
        </p:nvSpPr>
        <p:spPr/>
        <p:txBody>
          <a:bodyPr/>
          <a:lstStyle/>
          <a:p>
            <a:r>
              <a:rPr lang="en-US" dirty="0"/>
              <a:t>Main content text for this placeholder. This is sample content to test the layout.</a:t>
            </a:r>
          </a:p>
        </p:txBody>
      </p:sp>
    </p:spTree>
    <p:extLst>
      <p:ext uri="{BB962C8B-B14F-4D97-AF65-F5344CB8AC3E}">
        <p14:creationId xmlns:p14="http://schemas.microsoft.com/office/powerpoint/2010/main" val="3683855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14F03-6C66-C453-B591-0D511E1077E5}"/>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C39EF466-9D6D-EA94-3523-DFE33ADC0C58}"/>
              </a:ext>
            </a:extLst>
          </p:cNvPr>
          <p:cNvSpPr>
            <a:spLocks noGrp="1"/>
          </p:cNvSpPr>
          <p:nvPr>
            <p:ph type="sldNum" sz="quarter" idx="12"/>
          </p:nvPr>
        </p:nvSpPr>
        <p:spPr/>
        <p:txBody>
          <a:bodyPr/>
          <a:lstStyle/>
          <a:p>
            <a:fld id="{5246FB18-5DF1-419A-B975-14AFDDD65B9F}" type="slidenum">
              <a:rPr lang="en-US" smtClean="0"/>
              <a:t>31</a:t>
            </a:fld>
            <a:endParaRPr lang="en-US" dirty="0"/>
          </a:p>
        </p:txBody>
      </p:sp>
      <p:sp>
        <p:nvSpPr>
          <p:cNvPr id="4" name="Title 3">
            <a:extLst>
              <a:ext uri="{FF2B5EF4-FFF2-40B4-BE49-F238E27FC236}">
                <a16:creationId xmlns:a16="http://schemas.microsoft.com/office/drawing/2014/main" id="{AC8C8AE1-70B7-115B-906B-89A8ED7A01E2}"/>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33DCC242-8500-D30A-DA1D-A379151808A6}"/>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D74EC126-5A56-55E9-2109-D54A78B9D0DA}"/>
              </a:ext>
            </a:extLst>
          </p:cNvPr>
          <p:cNvSpPr>
            <a:spLocks noGrp="1"/>
          </p:cNvSpPr>
          <p:nvPr>
            <p:ph sz="quarter" idx="17"/>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ABED2DFB-066E-B4F7-7D4B-4D7E51009BFC}"/>
              </a:ext>
            </a:extLst>
          </p:cNvPr>
          <p:cNvSpPr>
            <a:spLocks noGrp="1"/>
          </p:cNvSpPr>
          <p:nvPr>
            <p:ph sz="quarter" idx="19"/>
          </p:nvPr>
        </p:nvSpPr>
        <p:spPr/>
        <p:txBody>
          <a:bodyPr/>
          <a:lstStyle/>
          <a:p>
            <a:r>
              <a:rPr lang="en-US" dirty="0"/>
              <a:t>Main content text for this placeholder. This is sample content to test the layout.</a:t>
            </a:r>
          </a:p>
        </p:txBody>
      </p:sp>
      <p:sp>
        <p:nvSpPr>
          <p:cNvPr id="8" name="Text Placeholder 7">
            <a:extLst>
              <a:ext uri="{FF2B5EF4-FFF2-40B4-BE49-F238E27FC236}">
                <a16:creationId xmlns:a16="http://schemas.microsoft.com/office/drawing/2014/main" id="{83A4F5ED-5AEC-B887-C86B-875B040AB83D}"/>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3590607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C654614-208D-BD76-AD0E-20BF4CE7F9B5}"/>
              </a:ext>
            </a:extLst>
          </p:cNvPr>
          <p:cNvSpPr>
            <a:spLocks noGrp="1"/>
          </p:cNvSpPr>
          <p:nvPr>
            <p:ph type="ftr" sz="quarter" idx="21"/>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F35037D2-DB3E-DDEE-DE36-B2E8F2D520AF}"/>
              </a:ext>
            </a:extLst>
          </p:cNvPr>
          <p:cNvSpPr>
            <a:spLocks noGrp="1"/>
          </p:cNvSpPr>
          <p:nvPr>
            <p:ph type="sldNum" sz="quarter" idx="12"/>
          </p:nvPr>
        </p:nvSpPr>
        <p:spPr/>
        <p:txBody>
          <a:bodyPr/>
          <a:lstStyle/>
          <a:p>
            <a:fld id="{5246FB18-5DF1-419A-B975-14AFDDD65B9F}" type="slidenum">
              <a:rPr lang="en-US" smtClean="0"/>
              <a:t>32</a:t>
            </a:fld>
            <a:endParaRPr lang="en-US" dirty="0"/>
          </a:p>
        </p:txBody>
      </p:sp>
      <p:sp>
        <p:nvSpPr>
          <p:cNvPr id="4" name="Title 3">
            <a:extLst>
              <a:ext uri="{FF2B5EF4-FFF2-40B4-BE49-F238E27FC236}">
                <a16:creationId xmlns:a16="http://schemas.microsoft.com/office/drawing/2014/main" id="{644C6AAD-24FF-DC55-276A-4EF223B6F3F6}"/>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B873D3CD-5A7D-EBED-7C53-307E95164189}"/>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52FB5EBE-FD0F-EAC9-9C50-68B5B1B9076C}"/>
              </a:ext>
            </a:extLst>
          </p:cNvPr>
          <p:cNvSpPr>
            <a:spLocks noGrp="1"/>
          </p:cNvSpPr>
          <p:nvPr>
            <p:ph sz="quarter" idx="17"/>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FB944C15-E189-1B82-CE96-F0B3368BE9A1}"/>
              </a:ext>
            </a:extLst>
          </p:cNvPr>
          <p:cNvSpPr>
            <a:spLocks noGrp="1"/>
          </p:cNvSpPr>
          <p:nvPr>
            <p:ph sz="quarter" idx="20"/>
          </p:nvPr>
        </p:nvSpPr>
        <p:spPr/>
        <p:txBody>
          <a:bodyPr/>
          <a:lstStyle/>
          <a:p>
            <a:r>
              <a:rPr lang="en-US" dirty="0"/>
              <a:t>Main content text for this placeholder. This is sample content to test the layout.</a:t>
            </a:r>
          </a:p>
        </p:txBody>
      </p:sp>
      <p:sp>
        <p:nvSpPr>
          <p:cNvPr id="8" name="Content Placeholder 7">
            <a:extLst>
              <a:ext uri="{FF2B5EF4-FFF2-40B4-BE49-F238E27FC236}">
                <a16:creationId xmlns:a16="http://schemas.microsoft.com/office/drawing/2014/main" id="{DCC4A75B-1012-0C49-3DD3-A0BEBFA0E389}"/>
              </a:ext>
            </a:extLst>
          </p:cNvPr>
          <p:cNvSpPr>
            <a:spLocks noGrp="1"/>
          </p:cNvSpPr>
          <p:nvPr>
            <p:ph sz="quarter" idx="18"/>
          </p:nvPr>
        </p:nvSpPr>
        <p:spPr/>
        <p:txBody>
          <a:bodyPr/>
          <a:lstStyle/>
          <a:p>
            <a:r>
              <a:rPr lang="en-US" dirty="0"/>
              <a:t>Main content text for this placeholder. This is sample content to test the layout.</a:t>
            </a:r>
          </a:p>
        </p:txBody>
      </p:sp>
      <p:sp>
        <p:nvSpPr>
          <p:cNvPr id="9" name="Text Placeholder 8">
            <a:extLst>
              <a:ext uri="{FF2B5EF4-FFF2-40B4-BE49-F238E27FC236}">
                <a16:creationId xmlns:a16="http://schemas.microsoft.com/office/drawing/2014/main" id="{F67AD7CC-2D89-8B66-F5AE-69E4AEC4B4AB}"/>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1440966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FF5294-EECE-9011-1A0C-979E478BF2A6}"/>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2CF795DD-31C6-2C94-07D9-ABF7146DB74E}"/>
              </a:ext>
            </a:extLst>
          </p:cNvPr>
          <p:cNvSpPr>
            <a:spLocks noGrp="1"/>
          </p:cNvSpPr>
          <p:nvPr>
            <p:ph type="sldNum" sz="quarter" idx="12"/>
          </p:nvPr>
        </p:nvSpPr>
        <p:spPr/>
        <p:txBody>
          <a:bodyPr/>
          <a:lstStyle/>
          <a:p>
            <a:fld id="{5246FB18-5DF1-419A-B975-14AFDDD65B9F}" type="slidenum">
              <a:rPr lang="en-US" smtClean="0"/>
              <a:t>33</a:t>
            </a:fld>
            <a:endParaRPr lang="en-US" dirty="0"/>
          </a:p>
        </p:txBody>
      </p:sp>
      <p:sp>
        <p:nvSpPr>
          <p:cNvPr id="4" name="Title 3">
            <a:extLst>
              <a:ext uri="{FF2B5EF4-FFF2-40B4-BE49-F238E27FC236}">
                <a16:creationId xmlns:a16="http://schemas.microsoft.com/office/drawing/2014/main" id="{59B7956F-15F9-9E99-DC94-ADAB3669EC1D}"/>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6804EF15-30A5-DDDB-4A04-5AA71E6DB7DD}"/>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2540E2CF-4363-6C79-8F36-E0E5EA7448D9}"/>
              </a:ext>
            </a:extLst>
          </p:cNvPr>
          <p:cNvSpPr>
            <a:spLocks noGrp="1"/>
          </p:cNvSpPr>
          <p:nvPr>
            <p:ph sz="quarter" idx="17"/>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C1C9A04A-E13A-725E-BDE4-B860D642C20E}"/>
              </a:ext>
            </a:extLst>
          </p:cNvPr>
          <p:cNvSpPr>
            <a:spLocks noGrp="1"/>
          </p:cNvSpPr>
          <p:nvPr>
            <p:ph sz="quarter" idx="18"/>
          </p:nvPr>
        </p:nvSpPr>
        <p:spPr/>
        <p:txBody>
          <a:bodyPr/>
          <a:lstStyle/>
          <a:p>
            <a:r>
              <a:rPr lang="en-US" dirty="0"/>
              <a:t>Main content text for this placeholder. This is sample content to test the layout.</a:t>
            </a:r>
          </a:p>
        </p:txBody>
      </p:sp>
      <p:sp>
        <p:nvSpPr>
          <p:cNvPr id="8" name="Content Placeholder 7">
            <a:extLst>
              <a:ext uri="{FF2B5EF4-FFF2-40B4-BE49-F238E27FC236}">
                <a16:creationId xmlns:a16="http://schemas.microsoft.com/office/drawing/2014/main" id="{318DE10A-54CE-DB4B-B918-EE651FA0AC9F}"/>
              </a:ext>
            </a:extLst>
          </p:cNvPr>
          <p:cNvSpPr>
            <a:spLocks noGrp="1"/>
          </p:cNvSpPr>
          <p:nvPr>
            <p:ph sz="quarter" idx="20"/>
          </p:nvPr>
        </p:nvSpPr>
        <p:spPr/>
        <p:txBody>
          <a:bodyPr/>
          <a:lstStyle/>
          <a:p>
            <a:r>
              <a:rPr lang="en-US" dirty="0"/>
              <a:t>Main content text for this placeholder. This is sample content to test the layout.</a:t>
            </a:r>
          </a:p>
        </p:txBody>
      </p:sp>
      <p:sp>
        <p:nvSpPr>
          <p:cNvPr id="9" name="Text Placeholder 8">
            <a:extLst>
              <a:ext uri="{FF2B5EF4-FFF2-40B4-BE49-F238E27FC236}">
                <a16:creationId xmlns:a16="http://schemas.microsoft.com/office/drawing/2014/main" id="{1BC4FB31-F670-3F8D-555E-368E8674A081}"/>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903518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CAF9868-9235-7FE1-E357-64E42032C75F}"/>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A9355106-4872-BAA9-EB0A-71385E3DF222}"/>
              </a:ext>
            </a:extLst>
          </p:cNvPr>
          <p:cNvSpPr>
            <a:spLocks noGrp="1"/>
          </p:cNvSpPr>
          <p:nvPr>
            <p:ph type="sldNum" sz="quarter" idx="12"/>
          </p:nvPr>
        </p:nvSpPr>
        <p:spPr/>
        <p:txBody>
          <a:bodyPr/>
          <a:lstStyle/>
          <a:p>
            <a:fld id="{5246FB18-5DF1-419A-B975-14AFDDD65B9F}" type="slidenum">
              <a:rPr lang="en-US" smtClean="0"/>
              <a:t>34</a:t>
            </a:fld>
            <a:endParaRPr lang="en-US" dirty="0"/>
          </a:p>
        </p:txBody>
      </p:sp>
      <p:sp>
        <p:nvSpPr>
          <p:cNvPr id="4" name="Title 3">
            <a:extLst>
              <a:ext uri="{FF2B5EF4-FFF2-40B4-BE49-F238E27FC236}">
                <a16:creationId xmlns:a16="http://schemas.microsoft.com/office/drawing/2014/main" id="{5C3C2154-9896-9033-E4FF-35F0E87FDE40}"/>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7B4F3606-A724-D280-FA8D-2418CD4F05D8}"/>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EEBEF70A-5430-1A06-3041-79A9D0DA58BA}"/>
              </a:ext>
            </a:extLst>
          </p:cNvPr>
          <p:cNvSpPr>
            <a:spLocks noGrp="1"/>
          </p:cNvSpPr>
          <p:nvPr>
            <p:ph sz="quarter" idx="17"/>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A0A03A51-878C-FADF-A9AD-C422C99081ED}"/>
              </a:ext>
            </a:extLst>
          </p:cNvPr>
          <p:cNvSpPr>
            <a:spLocks noGrp="1"/>
          </p:cNvSpPr>
          <p:nvPr>
            <p:ph sz="quarter" idx="18"/>
          </p:nvPr>
        </p:nvSpPr>
        <p:spPr/>
        <p:txBody>
          <a:bodyPr/>
          <a:lstStyle/>
          <a:p>
            <a:r>
              <a:rPr lang="en-US" dirty="0"/>
              <a:t>Main content text for this placeholder. This is sample content to test the layout.</a:t>
            </a:r>
          </a:p>
        </p:txBody>
      </p:sp>
      <p:sp>
        <p:nvSpPr>
          <p:cNvPr id="8" name="Content Placeholder 7">
            <a:extLst>
              <a:ext uri="{FF2B5EF4-FFF2-40B4-BE49-F238E27FC236}">
                <a16:creationId xmlns:a16="http://schemas.microsoft.com/office/drawing/2014/main" id="{1F1DE476-2553-F9D1-87EB-059C4897A18E}"/>
              </a:ext>
            </a:extLst>
          </p:cNvPr>
          <p:cNvSpPr>
            <a:spLocks noGrp="1"/>
          </p:cNvSpPr>
          <p:nvPr>
            <p:ph sz="quarter" idx="19"/>
          </p:nvPr>
        </p:nvSpPr>
        <p:spPr/>
        <p:txBody>
          <a:bodyPr/>
          <a:lstStyle/>
          <a:p>
            <a:r>
              <a:rPr lang="en-US" dirty="0"/>
              <a:t>Main content text for this placeholder. This is sample content to test the layout.</a:t>
            </a:r>
          </a:p>
        </p:txBody>
      </p:sp>
      <p:sp>
        <p:nvSpPr>
          <p:cNvPr id="9" name="Text Placeholder 8">
            <a:extLst>
              <a:ext uri="{FF2B5EF4-FFF2-40B4-BE49-F238E27FC236}">
                <a16:creationId xmlns:a16="http://schemas.microsoft.com/office/drawing/2014/main" id="{F3CE63C4-1089-C509-A98A-9B2C9E853246}"/>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1020055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3EFC24-DB96-C164-BC72-B8F9E625280F}"/>
              </a:ext>
            </a:extLst>
          </p:cNvPr>
          <p:cNvSpPr>
            <a:spLocks noGrp="1"/>
          </p:cNvSpPr>
          <p:nvPr>
            <p:ph type="ftr" sz="quarter" idx="35"/>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35F997B1-B999-1B2E-6BDB-67754EDFAE40}"/>
              </a:ext>
            </a:extLst>
          </p:cNvPr>
          <p:cNvSpPr>
            <a:spLocks noGrp="1"/>
          </p:cNvSpPr>
          <p:nvPr>
            <p:ph type="sldNum" sz="quarter" idx="12"/>
          </p:nvPr>
        </p:nvSpPr>
        <p:spPr/>
        <p:txBody>
          <a:bodyPr/>
          <a:lstStyle/>
          <a:p>
            <a:fld id="{5246FB18-5DF1-419A-B975-14AFDDD65B9F}" type="slidenum">
              <a:rPr lang="en-US" smtClean="0"/>
              <a:t>35</a:t>
            </a:fld>
            <a:endParaRPr lang="en-US" dirty="0"/>
          </a:p>
        </p:txBody>
      </p:sp>
      <p:sp>
        <p:nvSpPr>
          <p:cNvPr id="4" name="Title 3">
            <a:extLst>
              <a:ext uri="{FF2B5EF4-FFF2-40B4-BE49-F238E27FC236}">
                <a16:creationId xmlns:a16="http://schemas.microsoft.com/office/drawing/2014/main" id="{39FF1B73-2DB4-E98B-309F-4B06F9208406}"/>
              </a:ext>
            </a:extLst>
          </p:cNvPr>
          <p:cNvSpPr>
            <a:spLocks noGrp="1"/>
          </p:cNvSpPr>
          <p:nvPr>
            <p:ph type="title"/>
          </p:nvPr>
        </p:nvSpPr>
        <p:spPr/>
        <p:txBody>
          <a:bodyPr/>
          <a:lstStyle/>
          <a:p>
            <a:r>
              <a:rPr lang="en-US" dirty="0"/>
              <a:t>Headline text</a:t>
            </a:r>
          </a:p>
        </p:txBody>
      </p:sp>
      <p:sp>
        <p:nvSpPr>
          <p:cNvPr id="5" name="Text Placeholder 4">
            <a:extLst>
              <a:ext uri="{FF2B5EF4-FFF2-40B4-BE49-F238E27FC236}">
                <a16:creationId xmlns:a16="http://schemas.microsoft.com/office/drawing/2014/main" id="{CA18E9EE-D858-D16E-195D-CBF19170217B}"/>
              </a:ext>
            </a:extLst>
          </p:cNvPr>
          <p:cNvSpPr>
            <a:spLocks noGrp="1"/>
          </p:cNvSpPr>
          <p:nvPr>
            <p:ph type="body" sz="quarter" idx="13"/>
          </p:nvPr>
        </p:nvSpPr>
        <p:spPr/>
        <p:txBody>
          <a:bodyPr/>
          <a:lstStyle/>
          <a:p>
            <a:r>
              <a:rPr lang="en-US" dirty="0" err="1"/>
              <a:t>Subheadline</a:t>
            </a:r>
            <a:r>
              <a:rPr lang="en-US" dirty="0"/>
              <a:t> text</a:t>
            </a:r>
          </a:p>
        </p:txBody>
      </p:sp>
      <p:sp>
        <p:nvSpPr>
          <p:cNvPr id="6" name="Content Placeholder 5">
            <a:extLst>
              <a:ext uri="{FF2B5EF4-FFF2-40B4-BE49-F238E27FC236}">
                <a16:creationId xmlns:a16="http://schemas.microsoft.com/office/drawing/2014/main" id="{14A9AB37-A06F-7447-2463-5C4A9377089F}"/>
              </a:ext>
            </a:extLst>
          </p:cNvPr>
          <p:cNvSpPr>
            <a:spLocks noGrp="1"/>
          </p:cNvSpPr>
          <p:nvPr>
            <p:ph sz="quarter" idx="17"/>
          </p:nvPr>
        </p:nvSpPr>
        <p:spPr/>
        <p:txBody>
          <a:bodyPr/>
          <a:lstStyle/>
          <a:p>
            <a:r>
              <a:rPr lang="en-US" dirty="0"/>
              <a:t>Main content text for this placeholder. This is sample content to test the layout.</a:t>
            </a:r>
          </a:p>
        </p:txBody>
      </p:sp>
      <p:sp>
        <p:nvSpPr>
          <p:cNvPr id="7" name="Content Placeholder 6">
            <a:extLst>
              <a:ext uri="{FF2B5EF4-FFF2-40B4-BE49-F238E27FC236}">
                <a16:creationId xmlns:a16="http://schemas.microsoft.com/office/drawing/2014/main" id="{C609C86F-3FDF-E799-1F0F-585B02EA93AC}"/>
              </a:ext>
            </a:extLst>
          </p:cNvPr>
          <p:cNvSpPr>
            <a:spLocks noGrp="1"/>
          </p:cNvSpPr>
          <p:nvPr>
            <p:ph sz="quarter" idx="18"/>
          </p:nvPr>
        </p:nvSpPr>
        <p:spPr/>
        <p:txBody>
          <a:bodyPr/>
          <a:lstStyle/>
          <a:p>
            <a:r>
              <a:rPr lang="en-US" dirty="0"/>
              <a:t>Main content text for this placeholder. This is sample content to test the layout.</a:t>
            </a:r>
          </a:p>
        </p:txBody>
      </p:sp>
      <p:sp>
        <p:nvSpPr>
          <p:cNvPr id="8" name="Content Placeholder 7">
            <a:extLst>
              <a:ext uri="{FF2B5EF4-FFF2-40B4-BE49-F238E27FC236}">
                <a16:creationId xmlns:a16="http://schemas.microsoft.com/office/drawing/2014/main" id="{0B782735-845B-2A15-EB10-09B974A619BA}"/>
              </a:ext>
            </a:extLst>
          </p:cNvPr>
          <p:cNvSpPr>
            <a:spLocks noGrp="1"/>
          </p:cNvSpPr>
          <p:nvPr>
            <p:ph sz="quarter" idx="19"/>
          </p:nvPr>
        </p:nvSpPr>
        <p:spPr/>
        <p:txBody>
          <a:bodyPr/>
          <a:lstStyle/>
          <a:p>
            <a:r>
              <a:rPr lang="en-US" dirty="0"/>
              <a:t>Main content text for this placeholder. This is sample content to test the layout.</a:t>
            </a:r>
          </a:p>
        </p:txBody>
      </p:sp>
      <p:sp>
        <p:nvSpPr>
          <p:cNvPr id="9" name="Content Placeholder 8">
            <a:extLst>
              <a:ext uri="{FF2B5EF4-FFF2-40B4-BE49-F238E27FC236}">
                <a16:creationId xmlns:a16="http://schemas.microsoft.com/office/drawing/2014/main" id="{0C98E6B0-ED83-900B-F8AA-26C7DA5A1CA5}"/>
              </a:ext>
            </a:extLst>
          </p:cNvPr>
          <p:cNvSpPr>
            <a:spLocks noGrp="1"/>
          </p:cNvSpPr>
          <p:nvPr>
            <p:ph sz="quarter" idx="20"/>
          </p:nvPr>
        </p:nvSpPr>
        <p:spPr/>
        <p:txBody>
          <a:bodyPr/>
          <a:lstStyle/>
          <a:p>
            <a:r>
              <a:rPr lang="en-US" dirty="0"/>
              <a:t>Main content text for this placeholder. This is sample content to test the layout.</a:t>
            </a:r>
          </a:p>
        </p:txBody>
      </p:sp>
      <p:sp>
        <p:nvSpPr>
          <p:cNvPr id="10" name="Text Placeholder 9">
            <a:extLst>
              <a:ext uri="{FF2B5EF4-FFF2-40B4-BE49-F238E27FC236}">
                <a16:creationId xmlns:a16="http://schemas.microsoft.com/office/drawing/2014/main" id="{E46CAD27-FD30-4781-AA72-B4B3A710A8B8}"/>
              </a:ext>
            </a:extLst>
          </p:cNvPr>
          <p:cNvSpPr>
            <a:spLocks noGrp="1"/>
          </p:cNvSpPr>
          <p:nvPr>
            <p:ph type="body" sz="quarter" idx="15"/>
          </p:nvPr>
        </p:nvSpPr>
        <p:spPr/>
        <p:txBody>
          <a:bodyPr/>
          <a:lstStyle/>
          <a:p>
            <a:r>
              <a:rPr lang="en-US" dirty="0"/>
              <a:t>Sample Source / Legal disclaimer / Footnote</a:t>
            </a:r>
          </a:p>
        </p:txBody>
      </p:sp>
    </p:spTree>
    <p:extLst>
      <p:ext uri="{BB962C8B-B14F-4D97-AF65-F5344CB8AC3E}">
        <p14:creationId xmlns:p14="http://schemas.microsoft.com/office/powerpoint/2010/main" val="1165253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947F-537C-D4CB-9A71-DA8EB176666F}"/>
              </a:ext>
            </a:extLst>
          </p:cNvPr>
          <p:cNvSpPr>
            <a:spLocks noGrp="1"/>
          </p:cNvSpPr>
          <p:nvPr>
            <p:ph type="title"/>
          </p:nvPr>
        </p:nvSpPr>
        <p:spPr/>
        <p:txBody>
          <a:bodyPr/>
          <a:lstStyle/>
          <a:p>
            <a:r>
              <a:rPr lang="en-US" dirty="0"/>
              <a:t>Sample Title Text</a:t>
            </a:r>
          </a:p>
        </p:txBody>
      </p:sp>
      <p:sp>
        <p:nvSpPr>
          <p:cNvPr id="3" name="Text Placeholder 2">
            <a:extLst>
              <a:ext uri="{FF2B5EF4-FFF2-40B4-BE49-F238E27FC236}">
                <a16:creationId xmlns:a16="http://schemas.microsoft.com/office/drawing/2014/main" id="{093C4953-8537-AAC1-EC45-5B6F232B8733}"/>
              </a:ext>
            </a:extLst>
          </p:cNvPr>
          <p:cNvSpPr>
            <a:spLocks noGrp="1"/>
          </p:cNvSpPr>
          <p:nvPr>
            <p:ph type="body" sz="quarter" idx="14"/>
          </p:nvPr>
        </p:nvSpPr>
        <p:spPr/>
        <p:txBody>
          <a:bodyPr/>
          <a:lstStyle/>
          <a:p>
            <a:r>
              <a:rPr lang="en-US" dirty="0"/>
              <a:t>Sample Subtitle Text</a:t>
            </a:r>
          </a:p>
        </p:txBody>
      </p:sp>
      <p:sp>
        <p:nvSpPr>
          <p:cNvPr id="4" name="Text Placeholder 3">
            <a:extLst>
              <a:ext uri="{FF2B5EF4-FFF2-40B4-BE49-F238E27FC236}">
                <a16:creationId xmlns:a16="http://schemas.microsoft.com/office/drawing/2014/main" id="{45F1622B-0D7B-EFB4-9FDA-F415C14AF899}"/>
              </a:ext>
            </a:extLst>
          </p:cNvPr>
          <p:cNvSpPr>
            <a:spLocks noGrp="1"/>
          </p:cNvSpPr>
          <p:nvPr>
            <p:ph type="body" sz="quarter" idx="16"/>
          </p:nvPr>
        </p:nvSpPr>
        <p:spPr/>
        <p:txBody>
          <a:bodyPr/>
          <a:lstStyle/>
          <a:p>
            <a:r>
              <a:rPr lang="en-US" dirty="0"/>
              <a:t>John Doe / Department / Title</a:t>
            </a:r>
          </a:p>
        </p:txBody>
      </p:sp>
      <p:sp>
        <p:nvSpPr>
          <p:cNvPr id="5" name="Text Placeholder 4">
            <a:extLst>
              <a:ext uri="{FF2B5EF4-FFF2-40B4-BE49-F238E27FC236}">
                <a16:creationId xmlns:a16="http://schemas.microsoft.com/office/drawing/2014/main" id="{71E06EDB-A574-33E2-2F3D-8AC7A0DB256F}"/>
              </a:ext>
            </a:extLst>
          </p:cNvPr>
          <p:cNvSpPr>
            <a:spLocks noGrp="1"/>
          </p:cNvSpPr>
          <p:nvPr>
            <p:ph type="body" sz="quarter" idx="17"/>
          </p:nvPr>
        </p:nvSpPr>
        <p:spPr/>
        <p:txBody>
          <a:bodyPr/>
          <a:lstStyle/>
          <a:p>
            <a:r>
              <a:rPr lang="en-US" dirty="0"/>
              <a:t>December 2025</a:t>
            </a:r>
          </a:p>
        </p:txBody>
      </p:sp>
      <p:sp>
        <p:nvSpPr>
          <p:cNvPr id="6" name="Picture Placeholder 5">
            <a:extLst>
              <a:ext uri="{FF2B5EF4-FFF2-40B4-BE49-F238E27FC236}">
                <a16:creationId xmlns:a16="http://schemas.microsoft.com/office/drawing/2014/main" id="{5B9579AA-79D0-8290-CB42-575DAFEFC484}"/>
              </a:ext>
            </a:extLst>
          </p:cNvPr>
          <p:cNvSpPr>
            <a:spLocks noGrp="1"/>
          </p:cNvSpPr>
          <p:nvPr>
            <p:ph type="pic" sz="quarter" idx="21"/>
          </p:nvPr>
        </p:nvSpPr>
        <p:spPr/>
        <p:txBody>
          <a:bodyPr/>
          <a:lstStyle/>
          <a:p>
            <a:endParaRPr lang="en-US"/>
          </a:p>
        </p:txBody>
      </p:sp>
    </p:spTree>
    <p:extLst>
      <p:ext uri="{BB962C8B-B14F-4D97-AF65-F5344CB8AC3E}">
        <p14:creationId xmlns:p14="http://schemas.microsoft.com/office/powerpoint/2010/main" val="3007407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9" name="Text 0"/>
          <p:cNvSpPr>
            <a:spLocks noGrp="1"/>
          </p:cNvSpPr>
          <p:nvPr>
            <p:ph idx="19" hasCustomPrompt="1"/>
          </p:nvPr>
        </p:nvSpPr>
        <p:spPr/>
        <p:txBody>
          <a:bodyPr wrap="square" rtlCol="0"/>
          <a:lstStyle/>
          <a:p>
            <a:pPr marL="0" indent="0">
              <a:buNone/>
            </a:pPr>
            <a:endParaRPr lang="en-US" dirty="0"/>
          </a:p>
        </p:txBody>
      </p:sp>
      <p:sp>
        <p:nvSpPr>
          <p:cNvPr id="2" name="Text 0"/>
          <p:cNvSpPr>
            <a:spLocks noGrp="1"/>
          </p:cNvSpPr>
          <p:nvPr>
            <p:ph type="title" hasCustomPrompt="1"/>
          </p:nvPr>
        </p:nvSpPr>
        <p:spPr/>
        <p:txBody>
          <a:bodyPr wrap="square" rtlCol="0" anchor="b"/>
          <a:lstStyle/>
          <a:p>
            <a:pPr marL="0" indent="0" algn="l">
              <a:buNone/>
            </a:pPr>
            <a:r>
              <a:rPr lang="en-US" sz="4400" dirty="0">
                <a:solidFill>
                  <a:srgbClr val="000000"/>
                </a:solidFill>
                <a:latin typeface="Arial" pitchFamily="34" charset="0"/>
                <a:ea typeface="Arial" pitchFamily="34" charset="-122"/>
                <a:cs typeface="Arial" pitchFamily="34" charset="-120"/>
              </a:rPr>
              <a:t>Sample Title Text</a:t>
            </a:r>
            <a:endParaRPr lang="en-US" sz="4400" dirty="0"/>
          </a:p>
        </p:txBody>
      </p:sp>
      <p:sp>
        <p:nvSpPr>
          <p:cNvPr id="3" name="Text 0"/>
          <p:cNvSpPr>
            <a:spLocks noGrp="1"/>
          </p:cNvSpPr>
          <p:nvPr>
            <p:ph type="body" idx="14" hasCustomPrompt="1"/>
          </p:nvPr>
        </p:nvSpPr>
        <p:spPr/>
        <p:txBody>
          <a:bodyPr wrap="square" rtlCol="0" anchor="t"/>
          <a:lstStyle/>
          <a:p>
            <a:pPr marL="0" indent="0" algn="l">
              <a:buNone/>
            </a:pPr>
            <a:r>
              <a:rPr lang="en-US" sz="1800" dirty="0">
                <a:solidFill>
                  <a:srgbClr val="000000"/>
                </a:solidFill>
                <a:latin typeface="Arial" pitchFamily="34" charset="0"/>
                <a:ea typeface="Arial" pitchFamily="34" charset="-122"/>
                <a:cs typeface="Arial" pitchFamily="34" charset="-120"/>
              </a:rPr>
              <a:t>Sample Subtitle Text</a:t>
            </a:r>
          </a:p>
        </p:txBody>
      </p:sp>
      <p:sp>
        <p:nvSpPr>
          <p:cNvPr id="4" name="Text 0"/>
          <p:cNvSpPr>
            <a:spLocks noGrp="1"/>
          </p:cNvSpPr>
          <p:nvPr>
            <p:ph type="body" idx="20" hasCustomPrompt="1"/>
          </p:nvPr>
        </p:nvSpPr>
        <p:spPr/>
        <p:txBody>
          <a:bodyPr wrap="square" rtlCol="0" anchor="b"/>
          <a:lstStyle/>
          <a:p>
            <a:pPr marL="0" indent="0" algn="l">
              <a:buNone/>
            </a:pPr>
            <a:r>
              <a:rPr lang="en-US" sz="1600" dirty="0">
                <a:solidFill>
                  <a:srgbClr val="000000"/>
                </a:solidFill>
                <a:latin typeface="Arial" pitchFamily="34" charset="0"/>
                <a:ea typeface="Arial" pitchFamily="34" charset="-122"/>
                <a:cs typeface="Arial" pitchFamily="34" charset="-120"/>
              </a:rPr>
              <a:t>John Doe / Department / Title</a:t>
            </a:r>
          </a:p>
        </p:txBody>
      </p:sp>
      <p:sp>
        <p:nvSpPr>
          <p:cNvPr id="5" name="Text 0"/>
          <p:cNvSpPr>
            <a:spLocks noGrp="1"/>
          </p:cNvSpPr>
          <p:nvPr>
            <p:ph type="body" idx="18" hasCustomPrompt="1"/>
          </p:nvPr>
        </p:nvSpPr>
        <p:spPr/>
        <p:txBody>
          <a:bodyPr wrap="square" rtlCol="0" anchor="ctr"/>
          <a:lstStyle/>
          <a:p>
            <a:pPr marL="0" indent="0" algn="r">
              <a:buNone/>
            </a:pPr>
            <a:r>
              <a:rPr lang="en-US" sz="1200" b="1" dirty="0">
                <a:solidFill>
                  <a:srgbClr val="DC3023"/>
                </a:solidFill>
                <a:latin typeface="Arial" pitchFamily="34" charset="0"/>
                <a:ea typeface="Arial" pitchFamily="34" charset="-122"/>
                <a:cs typeface="Arial" pitchFamily="34" charset="-120"/>
              </a:rPr>
              <a:t>REPORT TYPE</a:t>
            </a:r>
            <a:endParaRPr lang="en-US" sz="1200" dirty="0"/>
          </a:p>
        </p:txBody>
      </p:sp>
      <p:sp>
        <p:nvSpPr>
          <p:cNvPr id="6" name="Text 0"/>
          <p:cNvSpPr>
            <a:spLocks noGrp="1"/>
          </p:cNvSpPr>
          <p:nvPr>
            <p:ph type="body" idx="21" hasCustomPrompt="1"/>
          </p:nvPr>
        </p:nvSpPr>
        <p:spPr/>
        <p:txBody>
          <a:bodyPr wrap="square" rtlCol="0" anchor="ctr"/>
          <a:lstStyle/>
          <a:p>
            <a:pPr marL="0" indent="0" algn="l">
              <a:buNone/>
            </a:pPr>
            <a:r>
              <a:rPr lang="en-US" sz="1200" dirty="0">
                <a:solidFill>
                  <a:srgbClr val="000000"/>
                </a:solidFill>
                <a:latin typeface="Arial" pitchFamily="34" charset="0"/>
                <a:ea typeface="Arial" pitchFamily="34" charset="-122"/>
                <a:cs typeface="Arial" pitchFamily="34" charset="-120"/>
              </a:rPr>
              <a:t>Optional Content</a:t>
            </a:r>
            <a:endParaRPr lang="en-US" sz="1200" dirty="0"/>
          </a:p>
        </p:txBody>
      </p:sp>
      <p:sp>
        <p:nvSpPr>
          <p:cNvPr id="7" name="Text 0"/>
          <p:cNvSpPr>
            <a:spLocks noGrp="1"/>
          </p:cNvSpPr>
          <p:nvPr>
            <p:ph type="body" idx="17" hasCustomPrompt="1"/>
          </p:nvPr>
        </p:nvSpPr>
        <p:spPr/>
        <p:txBody>
          <a:bodyPr wrap="square" rtlCol="0" anchor="ctr"/>
          <a:lstStyle/>
          <a:p>
            <a:pPr marL="0" indent="0" algn="l">
              <a:buNone/>
            </a:pPr>
            <a:r>
              <a:rPr lang="en-US" sz="1200" dirty="0">
                <a:solidFill>
                  <a:srgbClr val="000000"/>
                </a:solidFill>
                <a:latin typeface="Arial" pitchFamily="34" charset="0"/>
                <a:ea typeface="Arial" pitchFamily="34" charset="-122"/>
                <a:cs typeface="Arial" pitchFamily="34" charset="-120"/>
              </a:rPr>
              <a:t>December 2025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319FDB9-4A2B-21F6-5411-83A13DEB4443}"/>
              </a:ext>
            </a:extLst>
          </p:cNvPr>
          <p:cNvSpPr>
            <a:spLocks noGrp="1"/>
          </p:cNvSpPr>
          <p:nvPr>
            <p:ph type="ftr" sz="quarter" idx="16"/>
          </p:nvPr>
        </p:nvSpPr>
        <p:spPr/>
        <p:txBody>
          <a:bodyPr/>
          <a:lstStyle/>
          <a:p>
            <a:r>
              <a:rPr lang="en-US"/>
              <a:t>Section / Presentation Title / December 2025</a:t>
            </a:r>
            <a:endParaRPr lang="en-US" dirty="0"/>
          </a:p>
        </p:txBody>
      </p:sp>
      <p:sp>
        <p:nvSpPr>
          <p:cNvPr id="3" name="Slide Number Placeholder 2">
            <a:extLst>
              <a:ext uri="{FF2B5EF4-FFF2-40B4-BE49-F238E27FC236}">
                <a16:creationId xmlns:a16="http://schemas.microsoft.com/office/drawing/2014/main" id="{0271D1ED-0516-AB97-7B35-D7F293317FB0}"/>
              </a:ext>
            </a:extLst>
          </p:cNvPr>
          <p:cNvSpPr>
            <a:spLocks noGrp="1"/>
          </p:cNvSpPr>
          <p:nvPr>
            <p:ph type="sldNum" sz="quarter" idx="12"/>
          </p:nvPr>
        </p:nvSpPr>
        <p:spPr/>
        <p:txBody>
          <a:bodyPr/>
          <a:lstStyle/>
          <a:p>
            <a:fld id="{5CFA18E4-D58E-4B28-B105-28D9665A8EBC}" type="slidenum">
              <a:rPr lang="en-US" smtClean="0"/>
              <a:pPr/>
              <a:t>38</a:t>
            </a:fld>
            <a:endParaRPr lang="en-US" dirty="0"/>
          </a:p>
        </p:txBody>
      </p:sp>
      <p:sp>
        <p:nvSpPr>
          <p:cNvPr id="4" name="Title 3">
            <a:extLst>
              <a:ext uri="{FF2B5EF4-FFF2-40B4-BE49-F238E27FC236}">
                <a16:creationId xmlns:a16="http://schemas.microsoft.com/office/drawing/2014/main" id="{337C819D-2ADC-8CEC-4880-F8FCF4CAF710}"/>
              </a:ext>
            </a:extLst>
          </p:cNvPr>
          <p:cNvSpPr>
            <a:spLocks noGrp="1"/>
          </p:cNvSpPr>
          <p:nvPr>
            <p:ph type="title"/>
          </p:nvPr>
        </p:nvSpPr>
        <p:spPr/>
        <p:txBody>
          <a:bodyPr/>
          <a:lstStyle/>
          <a:p>
            <a:r>
              <a:rPr lang="en-US" dirty="0"/>
              <a:t>Table of contents</a:t>
            </a:r>
          </a:p>
        </p:txBody>
      </p:sp>
      <p:sp>
        <p:nvSpPr>
          <p:cNvPr id="5" name="Content Placeholder 4">
            <a:extLst>
              <a:ext uri="{FF2B5EF4-FFF2-40B4-BE49-F238E27FC236}">
                <a16:creationId xmlns:a16="http://schemas.microsoft.com/office/drawing/2014/main" id="{9A4B3CFE-E26E-90FE-6644-9D2BAB7EB30D}"/>
              </a:ext>
            </a:extLst>
          </p:cNvPr>
          <p:cNvSpPr>
            <a:spLocks noGrp="1"/>
          </p:cNvSpPr>
          <p:nvPr>
            <p:ph idx="1"/>
          </p:nvPr>
        </p:nvSpPr>
        <p:spPr/>
        <p:txBody>
          <a:bodyPr/>
          <a:lstStyle/>
          <a:p>
            <a:r>
              <a:rPr lang="en-US" dirty="0"/>
              <a:t>Content 1</a:t>
            </a:r>
          </a:p>
          <a:p>
            <a:r>
              <a:rPr lang="en-US" dirty="0"/>
              <a:t>Content 2</a:t>
            </a:r>
          </a:p>
          <a:p>
            <a:r>
              <a:rPr lang="en-US" dirty="0"/>
              <a:t>Content 3</a:t>
            </a:r>
          </a:p>
        </p:txBody>
      </p:sp>
      <p:sp>
        <p:nvSpPr>
          <p:cNvPr id="6" name="Picture Placeholder 5">
            <a:extLst>
              <a:ext uri="{FF2B5EF4-FFF2-40B4-BE49-F238E27FC236}">
                <a16:creationId xmlns:a16="http://schemas.microsoft.com/office/drawing/2014/main" id="{E70DE25B-8B40-F2F3-B564-CEF974B33A22}"/>
              </a:ext>
            </a:extLst>
          </p:cNvPr>
          <p:cNvSpPr>
            <a:spLocks noGrp="1"/>
          </p:cNvSpPr>
          <p:nvPr>
            <p:ph type="pic" sz="quarter" idx="15"/>
          </p:nvPr>
        </p:nvSpPr>
        <p:spPr/>
        <p:txBody>
          <a:bodyPr/>
          <a:lstStyle/>
          <a:p>
            <a:endParaRPr lang="en-US"/>
          </a:p>
        </p:txBody>
      </p:sp>
    </p:spTree>
    <p:extLst>
      <p:ext uri="{BB962C8B-B14F-4D97-AF65-F5344CB8AC3E}">
        <p14:creationId xmlns:p14="http://schemas.microsoft.com/office/powerpoint/2010/main" val="3201517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A68C01-9317-CA8D-6B20-3EBC12CA6D73}"/>
              </a:ext>
            </a:extLst>
          </p:cNvPr>
          <p:cNvSpPr>
            <a:spLocks noGrp="1"/>
          </p:cNvSpPr>
          <p:nvPr>
            <p:ph type="sldNum" sz="quarter" idx="12"/>
          </p:nvPr>
        </p:nvSpPr>
        <p:spPr/>
        <p:txBody>
          <a:bodyPr/>
          <a:lstStyle/>
          <a:p>
            <a:fld id="{5CFA18E4-D58E-4B28-B105-28D9665A8EBC}" type="slidenum">
              <a:rPr lang="en-US" smtClean="0"/>
              <a:pPr/>
              <a:t>39</a:t>
            </a:fld>
            <a:endParaRPr lang="en-US" dirty="0"/>
          </a:p>
        </p:txBody>
      </p:sp>
      <p:sp>
        <p:nvSpPr>
          <p:cNvPr id="3" name="Text Placeholder 2">
            <a:extLst>
              <a:ext uri="{FF2B5EF4-FFF2-40B4-BE49-F238E27FC236}">
                <a16:creationId xmlns:a16="http://schemas.microsoft.com/office/drawing/2014/main" id="{9C4F20B6-9D96-6935-2EF5-B26B1E2F20A7}"/>
              </a:ext>
            </a:extLst>
          </p:cNvPr>
          <p:cNvSpPr>
            <a:spLocks noGrp="1"/>
          </p:cNvSpPr>
          <p:nvPr>
            <p:ph type="body" sz="quarter" idx="14"/>
          </p:nvPr>
        </p:nvSpPr>
        <p:spPr/>
        <p:txBody>
          <a:bodyPr/>
          <a:lstStyle/>
          <a:p>
            <a:r>
              <a:rPr lang="fr-FR" dirty="0"/>
              <a:t>Content 1</a:t>
            </a:r>
          </a:p>
          <a:p>
            <a:r>
              <a:rPr lang="fr-FR" dirty="0"/>
              <a:t>Content 2</a:t>
            </a:r>
          </a:p>
          <a:p>
            <a:r>
              <a:rPr lang="fr-FR" dirty="0"/>
              <a:t>Content 3</a:t>
            </a:r>
          </a:p>
        </p:txBody>
      </p:sp>
    </p:spTree>
    <p:extLst>
      <p:ext uri="{BB962C8B-B14F-4D97-AF65-F5344CB8AC3E}">
        <p14:creationId xmlns:p14="http://schemas.microsoft.com/office/powerpoint/2010/main" val="2396184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74B4BC-980D-161E-C71C-A652D4669C38}"/>
              </a:ext>
            </a:extLst>
          </p:cNvPr>
          <p:cNvSpPr>
            <a:spLocks noGrp="1"/>
          </p:cNvSpPr>
          <p:nvPr>
            <p:ph type="sldNum" sz="quarter" idx="12"/>
          </p:nvPr>
        </p:nvSpPr>
        <p:spPr/>
        <p:txBody>
          <a:bodyPr/>
          <a:lstStyle/>
          <a:p>
            <a:fld id="{5CFA18E4-D58E-4B28-B105-28D9665A8EBC}" type="slidenum">
              <a:rPr lang="en-US" smtClean="0"/>
              <a:pPr/>
              <a:t>40</a:t>
            </a:fld>
            <a:endParaRPr lang="en-US" dirty="0"/>
          </a:p>
        </p:txBody>
      </p:sp>
      <p:sp>
        <p:nvSpPr>
          <p:cNvPr id="3" name="Content Placeholder 2">
            <a:extLst>
              <a:ext uri="{FF2B5EF4-FFF2-40B4-BE49-F238E27FC236}">
                <a16:creationId xmlns:a16="http://schemas.microsoft.com/office/drawing/2014/main" id="{F54C1BC8-C9FB-B3FE-367F-87E9BC81577B}"/>
              </a:ext>
            </a:extLst>
          </p:cNvPr>
          <p:cNvSpPr>
            <a:spLocks noGrp="1"/>
          </p:cNvSpPr>
          <p:nvPr>
            <p:ph sz="quarter" idx="17"/>
          </p:nvPr>
        </p:nvSpPr>
        <p:spPr/>
        <p:txBody>
          <a:bodyPr/>
          <a:lstStyle/>
          <a:p>
            <a:r>
              <a:rPr lang="fr-FR" dirty="0"/>
              <a:t>Content 1</a:t>
            </a:r>
          </a:p>
          <a:p>
            <a:r>
              <a:rPr lang="fr-FR" dirty="0"/>
              <a:t>Content 2</a:t>
            </a:r>
          </a:p>
          <a:p>
            <a:r>
              <a:rPr lang="fr-FR" dirty="0"/>
              <a:t>Content 3</a:t>
            </a:r>
          </a:p>
        </p:txBody>
      </p:sp>
    </p:spTree>
    <p:extLst>
      <p:ext uri="{BB962C8B-B14F-4D97-AF65-F5344CB8AC3E}">
        <p14:creationId xmlns:p14="http://schemas.microsoft.com/office/powerpoint/2010/main" val="1006310224"/>
      </p:ext>
    </p:extLst>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Props1.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FAFCF6-E24E-4BDE-8D14-94B027134BE6}">
  <ds:schemaRefs>
    <ds:schemaRef ds:uri="http://schemas.microsoft.com/sharepoint/v3/contenttype/forms"/>
  </ds:schemaRefs>
</ds:datastoreItem>
</file>

<file path=customXml/itemProps3.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471</TotalTime>
  <Words>1833</Words>
  <Application>Microsoft Office PowerPoint</Application>
  <PresentationFormat>Widescreen</PresentationFormat>
  <Paragraphs>285</Paragraphs>
  <Slides>40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Arial</vt:lpstr>
      <vt:lpstr>S-P Global EDP 2025 16-9</vt:lpstr>
      <vt:lpstr>Headline Text</vt:lpstr>
      <vt:lpstr>Headline text</vt:lpstr>
      <vt:lpstr>Headline text</vt:lpstr>
      <vt:lpstr>Headline text</vt:lpstr>
      <vt:lpstr>Headline text</vt:lpstr>
      <vt:lpstr>Headline text</vt:lpstr>
      <vt:lpstr>Headline text</vt:lpstr>
      <vt:lpstr>Headline text</vt:lpstr>
      <vt:lpstr>PowerPoint Presentation</vt:lpstr>
      <vt:lpstr>Headline text</vt:lpstr>
      <vt:lpstr>Headline text</vt:lpstr>
      <vt:lpstr>Headline text</vt:lpstr>
      <vt:lpstr>Headline text</vt:lpstr>
      <vt:lpstr>Headline text</vt:lpstr>
      <vt:lpstr>Headline text</vt:lpstr>
      <vt:lpstr>Headline text</vt:lpstr>
      <vt:lpstr>Headline text</vt:lpstr>
      <vt:lpstr>Headline text</vt:lpstr>
      <vt:lpstr>Headline text</vt:lpstr>
      <vt:lpstr>Headline text</vt:lpstr>
      <vt:lpstr>Headline text</vt:lpstr>
      <vt:lpstr>Headline text</vt:lpstr>
      <vt:lpstr>Headline text</vt:lpstr>
      <vt:lpstr>PowerPoint Presentation</vt:lpstr>
      <vt:lpstr>PowerPoint Presentation</vt:lpstr>
      <vt:lpstr>PowerPoint Presentation</vt:lpstr>
      <vt:lpstr>Divider or section header text for this placeholder</vt:lpstr>
      <vt:lpstr>Divider or section header text for this placeholder</vt:lpstr>
      <vt:lpstr>Divider or section header text for this placeholder</vt:lpstr>
      <vt:lpstr>Divider or section header text for this placeholder</vt:lpstr>
      <vt:lpstr>Headline text</vt:lpstr>
      <vt:lpstr>Headline text</vt:lpstr>
      <vt:lpstr>Headline text</vt:lpstr>
      <vt:lpstr>Headline text</vt:lpstr>
      <vt:lpstr>Headline text</vt:lpstr>
      <vt:lpstr>Sample Title Text</vt:lpstr>
      <vt:lpstr>Sample Title Text</vt:lpstr>
      <vt:lpstr>Table of contents</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Mizan Bin Abdul Rahman</cp:lastModifiedBy>
  <cp:revision>4</cp:revision>
  <dcterms:created xsi:type="dcterms:W3CDTF">2025-11-28T09:57:00Z</dcterms:created>
  <dcterms:modified xsi:type="dcterms:W3CDTF">2025-12-05T13:38:35Z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