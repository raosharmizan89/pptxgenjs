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customXml" Target="../customXml/item1.xml"/><Relationship Id="rId9" Type="http://schemas.openxmlformats.org/officeDocument/2006/relationships/customXml" Target="../customXml/item2.xml"/><Relationship Id="rId10"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 no subtitl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553B1B-F09C-4BCE-B1ED-5F7876CB7175}"/>
              </a:ext>
            </a:extLst>
          </p:cNvPr>
          <p:cNvSpPr>
            <a:spLocks noGrp="1"/>
          </p:cNvSpPr>
          <p:nvPr>
            <p:ph type="ftr" sz="quarter" idx="18"/>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9" name="Title 6">
            <a:extLst>
              <a:ext uri="{FF2B5EF4-FFF2-40B4-BE49-F238E27FC236}">
                <a16:creationId xmlns:a16="http://schemas.microsoft.com/office/drawing/2014/main" id="{25C0A2CC-8C09-4333-9F19-4CE0A59F345F}"/>
              </a:ext>
            </a:extLst>
          </p:cNvPr>
          <p:cNvSpPr>
            <a:spLocks noGrp="1"/>
          </p:cNvSpPr>
          <p:nvPr>
            <p:ph type="title" hasCustomPrompt="1"/>
          </p:nvPr>
        </p:nvSpPr>
        <p:spPr>
          <a:xfrm>
            <a:off x="567040" y="347472"/>
            <a:ext cx="11060912" cy="826477"/>
          </a:xfrm>
        </p:spPr>
        <p:txBody>
          <a:bodyPr/>
          <a:lstStyle/>
          <a:p>
            <a:r>
              <a:rPr lang="en-US" dirty="0"/>
              <a:t>[Headline]</a:t>
            </a:r>
          </a:p>
        </p:txBody>
      </p:sp>
      <p:sp>
        <p:nvSpPr>
          <p:cNvPr id="3" name="Content Placeholder 2">
            <a:extLst>
              <a:ext uri="{FF2B5EF4-FFF2-40B4-BE49-F238E27FC236}">
                <a16:creationId xmlns:a16="http://schemas.microsoft.com/office/drawing/2014/main" id="{6765E0BB-9159-43DF-B78A-D878AD54B307}"/>
              </a:ext>
            </a:extLst>
          </p:cNvPr>
          <p:cNvSpPr>
            <a:spLocks noGrp="1"/>
          </p:cNvSpPr>
          <p:nvPr>
            <p:ph sz="quarter" idx="17" hasCustomPrompt="1"/>
          </p:nvPr>
        </p:nvSpPr>
        <p:spPr>
          <a:xfrm>
            <a:off x="567037"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note">
            <a:extLst>
              <a:ext uri="{FF2B5EF4-FFF2-40B4-BE49-F238E27FC236}">
                <a16:creationId xmlns:a16="http://schemas.microsoft.com/office/drawing/2014/main" id="{47493D5F-84BF-4940-A104-ECCA1C18969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419247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3D8889F-920C-4319-AFB6-3C9009C9EE2D}"/>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9" name="Sub-headline">
            <a:extLst>
              <a:ext uri="{FF2B5EF4-FFF2-40B4-BE49-F238E27FC236}">
                <a16:creationId xmlns:a16="http://schemas.microsoft.com/office/drawing/2014/main" id="{43FE0DC3-F312-4660-86BD-A98328F26A4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9D7D1A86-6C0E-4CB8-9A24-2845A8A33E2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7677089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Footer Placeholder 1">
            <a:extLst>
              <a:ext uri="{FF2B5EF4-FFF2-40B4-BE49-F238E27FC236}">
                <a16:creationId xmlns:a16="http://schemas.microsoft.com/office/drawing/2014/main" id="{F9E02ADF-333C-4936-930B-5ADB127FBBBF}"/>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18" name="Title 6">
            <a:extLst>
              <a:ext uri="{FF2B5EF4-FFF2-40B4-BE49-F238E27FC236}">
                <a16:creationId xmlns:a16="http://schemas.microsoft.com/office/drawing/2014/main" id="{ACC3B94F-8B4A-4229-A4CB-D9FFAF4DB876}"/>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7" name="Sub-headline">
            <a:extLst>
              <a:ext uri="{FF2B5EF4-FFF2-40B4-BE49-F238E27FC236}">
                <a16:creationId xmlns:a16="http://schemas.microsoft.com/office/drawing/2014/main" id="{008DE19F-5F33-4A28-BF51-238AF8073CC0}"/>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CA01EFD8-ABD4-4ED2-8406-0FD82407E703}"/>
              </a:ext>
            </a:extLst>
          </p:cNvPr>
          <p:cNvSpPr>
            <a:spLocks noGrp="1"/>
          </p:cNvSpPr>
          <p:nvPr>
            <p:ph sz="quarter" idx="23" hasCustomPrompt="1"/>
          </p:nvPr>
        </p:nvSpPr>
        <p:spPr>
          <a:xfrm>
            <a:off x="567038" y="1261872"/>
            <a:ext cx="5029200" cy="4343400"/>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note">
            <a:extLst>
              <a:ext uri="{FF2B5EF4-FFF2-40B4-BE49-F238E27FC236}">
                <a16:creationId xmlns:a16="http://schemas.microsoft.com/office/drawing/2014/main" id="{EB7E34AC-0B79-4BA4-B779-779BE3515BE6}"/>
              </a:ext>
            </a:extLst>
          </p:cNvPr>
          <p:cNvSpPr>
            <a:spLocks noGrp="1"/>
          </p:cNvSpPr>
          <p:nvPr>
            <p:ph type="body" sz="quarter" idx="15" hasCustomPrompt="1"/>
          </p:nvPr>
        </p:nvSpPr>
        <p:spPr>
          <a:xfrm>
            <a:off x="567039" y="5696189"/>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6" name="Rectangle 15">
            <a:extLst>
              <a:ext uri="{FF2B5EF4-FFF2-40B4-BE49-F238E27FC236}">
                <a16:creationId xmlns:a16="http://schemas.microsoft.com/office/drawing/2014/main" id="{32384162-1D1B-432E-8861-113BBFC1F407}"/>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6607175" y="647700"/>
            <a:ext cx="5027613" cy="5557838"/>
          </a:xfrm>
          <a:prstGeom prst="rect">
            <a:avLst/>
          </a:prstGeom>
        </p:spPr>
        <p:txBody>
          <a:bodyPr anchor="ctr"/>
          <a:lstStyle>
            <a:lvl1pPr marL="0" indent="0" algn="ctr">
              <a:buNone/>
              <a:defRPr>
                <a:solidFill>
                  <a:schemeClr val="bg1"/>
                </a:solidFill>
              </a:defRPr>
            </a:lvl1pPr>
          </a:lstStyle>
          <a:p>
            <a:r>
              <a:rPr lang="en-US" dirty="0"/>
              <a:t>[Insert photo]</a:t>
            </a:r>
          </a:p>
        </p:txBody>
      </p:sp>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 Photo Blac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73EB4-57C3-3D90-CEFE-20297645DE67}"/>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5" name="Picture Placeholder 7">
            <a:extLst>
              <a:ext uri="{FF2B5EF4-FFF2-40B4-BE49-F238E27FC236}">
                <a16:creationId xmlns:a16="http://schemas.microsoft.com/office/drawing/2014/main" id="{E0944ADD-C254-E778-C05E-01904C262CA6}"/>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7" name="Footer Placeholder 2">
            <a:extLst>
              <a:ext uri="{FF2B5EF4-FFF2-40B4-BE49-F238E27FC236}">
                <a16:creationId xmlns:a16="http://schemas.microsoft.com/office/drawing/2014/main" id="{FD32BC44-2154-2E7D-A2F8-F358ABD0A0BD}"/>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8" name="Slide Number Placeholder 4">
            <a:extLst>
              <a:ext uri="{FF2B5EF4-FFF2-40B4-BE49-F238E27FC236}">
                <a16:creationId xmlns:a16="http://schemas.microsoft.com/office/drawing/2014/main" id="{F10CCB33-B3C5-25DB-E4C3-9665B379F1A1}"/>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0" name="Title 6">
            <a:extLst>
              <a:ext uri="{FF2B5EF4-FFF2-40B4-BE49-F238E27FC236}">
                <a16:creationId xmlns:a16="http://schemas.microsoft.com/office/drawing/2014/main" id="{36E37AF8-41F7-DB23-5E56-150A9145CE45}"/>
              </a:ext>
            </a:extLst>
          </p:cNvPr>
          <p:cNvSpPr>
            <a:spLocks noGrp="1"/>
          </p:cNvSpPr>
          <p:nvPr>
            <p:ph type="title" hasCustomPrompt="1"/>
          </p:nvPr>
        </p:nvSpPr>
        <p:spPr>
          <a:xfrm>
            <a:off x="567038" y="342900"/>
            <a:ext cx="5029200" cy="460551"/>
          </a:xfrm>
        </p:spPr>
        <p:txBody>
          <a:bodyPr/>
          <a:lstStyle>
            <a:lvl1pPr>
              <a:defRPr>
                <a:solidFill>
                  <a:schemeClr val="bg1"/>
                </a:solidFill>
              </a:defRPr>
            </a:lvl1pPr>
          </a:lstStyle>
          <a:p>
            <a:r>
              <a:rPr lang="en-US" dirty="0"/>
              <a:t>[Headline]</a:t>
            </a:r>
          </a:p>
        </p:txBody>
      </p:sp>
      <p:sp>
        <p:nvSpPr>
          <p:cNvPr id="11" name="Sub-headline">
            <a:extLst>
              <a:ext uri="{FF2B5EF4-FFF2-40B4-BE49-F238E27FC236}">
                <a16:creationId xmlns:a16="http://schemas.microsoft.com/office/drawing/2014/main" id="{28439AC5-5F30-52D4-A108-84AE5961D687}"/>
              </a:ext>
            </a:extLst>
          </p:cNvPr>
          <p:cNvSpPr>
            <a:spLocks noGrp="1"/>
          </p:cNvSpPr>
          <p:nvPr>
            <p:ph type="body" sz="quarter" idx="18" hasCustomPrompt="1"/>
          </p:nvPr>
        </p:nvSpPr>
        <p:spPr>
          <a:xfrm>
            <a:off x="567037" y="899026"/>
            <a:ext cx="5029200" cy="278706"/>
          </a:xfrm>
          <a:prstGeom prst="rect">
            <a:avLst/>
          </a:prstGeom>
        </p:spPr>
        <p:txBody>
          <a:bodyPr/>
          <a:lstStyle>
            <a:lvl1pPr marL="0" indent="0">
              <a:buNone/>
              <a:defRPr sz="1800" b="0">
                <a:solidFill>
                  <a:schemeClr val="bg1"/>
                </a:solidFill>
                <a:latin typeface="+mn-lt"/>
              </a:defRPr>
            </a:lvl1pPr>
            <a:lvl2pPr marL="169863" indent="0">
              <a:buNone/>
              <a:defRPr/>
            </a:lvl2pPr>
          </a:lstStyle>
          <a:p>
            <a:pPr lvl="0"/>
            <a:r>
              <a:rPr lang="en-US" dirty="0"/>
              <a:t>[Sub-headline]</a:t>
            </a:r>
          </a:p>
        </p:txBody>
      </p:sp>
      <p:sp>
        <p:nvSpPr>
          <p:cNvPr id="13" name="Rectangle 12">
            <a:extLst>
              <a:ext uri="{FF2B5EF4-FFF2-40B4-BE49-F238E27FC236}">
                <a16:creationId xmlns:a16="http://schemas.microsoft.com/office/drawing/2014/main" id="{C6E45E37-78A6-C71D-861C-53239B497901}"/>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
        <p:nvSpPr>
          <p:cNvPr id="14" name="Footnote">
            <a:extLst>
              <a:ext uri="{FF2B5EF4-FFF2-40B4-BE49-F238E27FC236}">
                <a16:creationId xmlns:a16="http://schemas.microsoft.com/office/drawing/2014/main" id="{AEB6210A-D968-32B9-8C25-FB6721C1A060}"/>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solidFill>
                  <a:schemeClr val="bg1"/>
                </a:solidFill>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2" name="Text Placeholder 2">
            <a:extLst>
              <a:ext uri="{FF2B5EF4-FFF2-40B4-BE49-F238E27FC236}">
                <a16:creationId xmlns:a16="http://schemas.microsoft.com/office/drawing/2014/main" id="{CCF8BAD3-4851-038B-E98F-AB56F7BC587D}"/>
              </a:ext>
            </a:extLst>
          </p:cNvPr>
          <p:cNvSpPr>
            <a:spLocks noGrp="1"/>
          </p:cNvSpPr>
          <p:nvPr>
            <p:ph type="body" sz="quarter" idx="22" hasCustomPrompt="1"/>
          </p:nvPr>
        </p:nvSpPr>
        <p:spPr>
          <a:xfrm>
            <a:off x="566737" y="1261872"/>
            <a:ext cx="5029200" cy="4330202"/>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Second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Third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Fourth level</a:t>
            </a:r>
          </a:p>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 Photo Blue">
    <p:spTree>
      <p:nvGrpSpPr>
        <p:cNvPr id="1" name=""/>
        <p:cNvGrpSpPr/>
        <p:nvPr/>
      </p:nvGrpSpPr>
      <p:grpSpPr>
        <a:xfrm>
          <a:off x="0" y="0"/>
          <a:ext cx="0" cy="0"/>
          <a:chOff x="0" y="0"/>
          <a:chExt cx="0" cy="0"/>
        </a:xfrm>
      </p:grpSpPr>
      <p:sp>
        <p:nvSpPr>
          <p:cNvPr id="24" name="Picture Placeholder 7">
            <a:extLst>
              <a:ext uri="{FF2B5EF4-FFF2-40B4-BE49-F238E27FC236}">
                <a16:creationId xmlns:a16="http://schemas.microsoft.com/office/drawing/2014/main" id="{5873E5E7-BFE2-BDAF-4324-A15873AC8EBA}"/>
              </a:ext>
            </a:extLst>
          </p:cNvPr>
          <p:cNvSpPr>
            <a:spLocks noGrp="1"/>
          </p:cNvSpPr>
          <p:nvPr>
            <p:ph type="pic" sz="quarter" idx="15" hasCustomPrompt="1"/>
          </p:nvPr>
        </p:nvSpPr>
        <p:spPr>
          <a:xfrm>
            <a:off x="6614764" y="0"/>
            <a:ext cx="5577236" cy="6858000"/>
          </a:xfrm>
          <a:prstGeom prst="rect">
            <a:avLst/>
          </a:prstGeom>
        </p:spPr>
        <p:txBody>
          <a:bodyPr anchor="ctr"/>
          <a:lstStyle>
            <a:lvl1pPr marL="0" indent="0" algn="ctr">
              <a:buNone/>
              <a:defRPr>
                <a:solidFill>
                  <a:schemeClr val="bg1"/>
                </a:solidFill>
              </a:defRPr>
            </a:lvl1pPr>
          </a:lstStyle>
          <a:p>
            <a:r>
              <a:rPr lang="en-US" dirty="0"/>
              <a:t>[Insert photo]</a:t>
            </a:r>
          </a:p>
        </p:txBody>
      </p:sp>
      <p:sp>
        <p:nvSpPr>
          <p:cNvPr id="16" name="Footer Placeholder 2">
            <a:extLst>
              <a:ext uri="{FF2B5EF4-FFF2-40B4-BE49-F238E27FC236}">
                <a16:creationId xmlns:a16="http://schemas.microsoft.com/office/drawing/2014/main" id="{55F41018-AD13-0494-2EEB-29C77E891B96}"/>
              </a:ext>
            </a:extLst>
          </p:cNvPr>
          <p:cNvSpPr>
            <a:spLocks noGrp="1"/>
          </p:cNvSpPr>
          <p:nvPr>
            <p:ph type="ftr" sz="quarter" idx="23"/>
          </p:nvPr>
        </p:nvSpPr>
        <p:spPr>
          <a:xfrm>
            <a:off x="6614764" y="0"/>
            <a:ext cx="5016515" cy="317674"/>
          </a:xfrm>
        </p:spPr>
        <p:txBody>
          <a:bodyPr/>
          <a:lstStyle>
            <a:lvl1pPr>
              <a:defRPr>
                <a:solidFill>
                  <a:schemeClr val="bg1"/>
                </a:solidFill>
              </a:defRPr>
            </a:lvl1pPr>
          </a:lstStyle>
          <a:p>
            <a:r>
              <a:rPr lang="en-US"/>
              <a:t>Section / Presentation Title / December 2025</a:t>
            </a:r>
            <a:endParaRPr lang="en-US" dirty="0"/>
          </a:p>
        </p:txBody>
      </p:sp>
      <p:sp>
        <p:nvSpPr>
          <p:cNvPr id="17" name="Slide Number Placeholder 4">
            <a:extLst>
              <a:ext uri="{FF2B5EF4-FFF2-40B4-BE49-F238E27FC236}">
                <a16:creationId xmlns:a16="http://schemas.microsoft.com/office/drawing/2014/main" id="{1F9DC788-E257-ACC1-0B6F-68157DA2AD93}"/>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18" name="Rectangle 17">
            <a:extLst>
              <a:ext uri="{FF2B5EF4-FFF2-40B4-BE49-F238E27FC236}">
                <a16:creationId xmlns:a16="http://schemas.microsoft.com/office/drawing/2014/main" id="{B1512C5D-9643-7A20-0EE0-4881F8B20FF1}"/>
              </a:ext>
              <a:ext uri="{C183D7F6-B498-43B3-948B-1728B52AA6E4}">
                <adec:decorative xmlns:adec="http://schemas.microsoft.com/office/drawing/2017/decorative" val="1"/>
              </a:ext>
            </a:extLst>
          </p:cNvPr>
          <p:cNvSpPr/>
          <p:nvPr userDrawn="1"/>
        </p:nvSpPr>
        <p:spPr bwMode="white">
          <a:xfrm>
            <a:off x="0" y="0"/>
            <a:ext cx="6614764"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19" name="Title 6">
            <a:extLst>
              <a:ext uri="{FF2B5EF4-FFF2-40B4-BE49-F238E27FC236}">
                <a16:creationId xmlns:a16="http://schemas.microsoft.com/office/drawing/2014/main" id="{2B1BC2B0-BD34-DFEF-27E0-364C2D61C830}"/>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20" name="Sub-headline">
            <a:extLst>
              <a:ext uri="{FF2B5EF4-FFF2-40B4-BE49-F238E27FC236}">
                <a16:creationId xmlns:a16="http://schemas.microsoft.com/office/drawing/2014/main" id="{4EFE42CC-D228-601A-4787-83B0C635A0A9}"/>
              </a:ext>
              <a:ext uri="{C183D7F6-B498-43B3-948B-1728B52AA6E4}">
                <adec:decorative xmlns:adec="http://schemas.microsoft.com/office/drawing/2017/decorative" val="0"/>
              </a:ext>
            </a:extLst>
          </p:cNvPr>
          <p:cNvSpPr>
            <a:spLocks noGrp="1"/>
          </p:cNvSpPr>
          <p:nvPr>
            <p:ph type="body" sz="quarter" idx="18" hasCustomPrompt="1"/>
          </p:nvPr>
        </p:nvSpPr>
        <p:spPr>
          <a:xfrm>
            <a:off x="567039"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21" name="Text Placeholder 2">
            <a:extLst>
              <a:ext uri="{FF2B5EF4-FFF2-40B4-BE49-F238E27FC236}">
                <a16:creationId xmlns:a16="http://schemas.microsoft.com/office/drawing/2014/main" id="{F7062BE4-F419-212C-0AD8-C214876B6D0D}"/>
              </a:ext>
            </a:extLst>
          </p:cNvPr>
          <p:cNvSpPr>
            <a:spLocks noGrp="1"/>
          </p:cNvSpPr>
          <p:nvPr>
            <p:ph type="body" sz="quarter" idx="22" hasCustomPrompt="1"/>
          </p:nvPr>
        </p:nvSpPr>
        <p:spPr>
          <a:xfrm>
            <a:off x="566739" y="1261872"/>
            <a:ext cx="5029200" cy="4330202"/>
          </a:xfrm>
          <a:prstGeom prst="rect">
            <a:avLst/>
          </a:prstGeom>
        </p:spPr>
        <p:txBody>
          <a:bodyPr/>
          <a:lstStyle>
            <a:lvl1pPr>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2" name="Footnote">
            <a:extLst>
              <a:ext uri="{FF2B5EF4-FFF2-40B4-BE49-F238E27FC236}">
                <a16:creationId xmlns:a16="http://schemas.microsoft.com/office/drawing/2014/main" id="{86580864-B1EB-DB0F-0343-1FEE48C2EA97}"/>
              </a:ext>
            </a:extLst>
          </p:cNvPr>
          <p:cNvSpPr>
            <a:spLocks noGrp="1"/>
          </p:cNvSpPr>
          <p:nvPr>
            <p:ph type="body" sz="quarter" idx="24"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23" name="Rectangle 22">
            <a:extLst>
              <a:ext uri="{FF2B5EF4-FFF2-40B4-BE49-F238E27FC236}">
                <a16:creationId xmlns:a16="http://schemas.microsoft.com/office/drawing/2014/main" id="{587B6FB3-C8A3-1F8D-C570-AD6F7974F252}"/>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29171FE-482D-4162-97BC-A02FD4AC159D}"/>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a:xfrm>
            <a:off x="11320251" y="6572853"/>
            <a:ext cx="311576" cy="214804"/>
          </a:xfrm>
        </p:spPr>
        <p:txBody>
          <a:bodyPr/>
          <a:lstStyle/>
          <a:p>
            <a:fld id="{5CFA18E4-D58E-4B28-B105-28D9665A8EBC}" type="slidenum">
              <a:rPr lang="en-US" smtClean="0"/>
              <a:pPr/>
              <a:t>‹#›</a:t>
            </a:fld>
            <a:endParaRPr lang="en-US" dirty="0"/>
          </a:p>
        </p:txBody>
      </p:sp>
      <p:sp>
        <p:nvSpPr>
          <p:cNvPr id="36" name="Title 6">
            <a:extLst>
              <a:ext uri="{FF2B5EF4-FFF2-40B4-BE49-F238E27FC236}">
                <a16:creationId xmlns:a16="http://schemas.microsoft.com/office/drawing/2014/main" id="{D7B8D165-F984-473B-A112-6BF8E9F444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56EC8594-681B-4434-B73B-735C036086C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8" name="Picture Placeholder Left">
            <a:extLst>
              <a:ext uri="{FF2B5EF4-FFF2-40B4-BE49-F238E27FC236}">
                <a16:creationId xmlns:a16="http://schemas.microsoft.com/office/drawing/2014/main" id="{20ED38F9-F116-4320-BEBE-0D6E5BB3BFB3}"/>
              </a:ext>
            </a:extLst>
          </p:cNvPr>
          <p:cNvSpPr>
            <a:spLocks noGrp="1"/>
          </p:cNvSpPr>
          <p:nvPr>
            <p:ph type="pic" sz="quarter" idx="21" hasCustomPrompt="1"/>
          </p:nvPr>
        </p:nvSpPr>
        <p:spPr>
          <a:xfrm>
            <a:off x="560977"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4" name="Subtitle Left">
            <a:extLst>
              <a:ext uri="{FF2B5EF4-FFF2-40B4-BE49-F238E27FC236}">
                <a16:creationId xmlns:a16="http://schemas.microsoft.com/office/drawing/2014/main" id="{2726687B-34D2-44BB-BEE3-F17F90E2CEAD}"/>
              </a:ext>
            </a:extLst>
          </p:cNvPr>
          <p:cNvSpPr>
            <a:spLocks noGrp="1"/>
          </p:cNvSpPr>
          <p:nvPr>
            <p:ph type="body" sz="quarter" idx="16" hasCustomPrompt="1"/>
          </p:nvPr>
        </p:nvSpPr>
        <p:spPr>
          <a:xfrm>
            <a:off x="56097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1" name="Text Placeholder 20">
            <a:extLst>
              <a:ext uri="{FF2B5EF4-FFF2-40B4-BE49-F238E27FC236}">
                <a16:creationId xmlns:a16="http://schemas.microsoft.com/office/drawing/2014/main" id="{59848113-CF33-4F6D-ABE6-079A43759FA2}"/>
              </a:ext>
            </a:extLst>
          </p:cNvPr>
          <p:cNvSpPr>
            <a:spLocks noGrp="1"/>
          </p:cNvSpPr>
          <p:nvPr>
            <p:ph type="body" sz="quarter" idx="24" hasCustomPrompt="1"/>
          </p:nvPr>
        </p:nvSpPr>
        <p:spPr>
          <a:xfrm>
            <a:off x="557212" y="3163464"/>
            <a:ext cx="3374136" cy="2437236"/>
          </a:xfrm>
          <a:prstGeom prst="rect">
            <a:avLst/>
          </a:prstGeom>
        </p:spPr>
        <p:txBody>
          <a:bodyPr/>
          <a:lstStyle>
            <a:lvl1pPr>
              <a:lnSpc>
                <a:spcPct val="100000"/>
              </a:lnSpc>
              <a:spcBef>
                <a:spcPts val="0"/>
              </a:spcBef>
              <a:spcAft>
                <a:spcPts val="600"/>
              </a:spcAft>
              <a:defRPr sz="16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29" name="Picture Placeholder  Middle">
            <a:extLst>
              <a:ext uri="{FF2B5EF4-FFF2-40B4-BE49-F238E27FC236}">
                <a16:creationId xmlns:a16="http://schemas.microsoft.com/office/drawing/2014/main" id="{D73D1E78-1775-4717-9FC1-51702554EAAD}"/>
              </a:ext>
            </a:extLst>
          </p:cNvPr>
          <p:cNvSpPr>
            <a:spLocks noGrp="1"/>
          </p:cNvSpPr>
          <p:nvPr>
            <p:ph type="pic" sz="quarter" idx="22" hasCustomPrompt="1"/>
          </p:nvPr>
        </p:nvSpPr>
        <p:spPr>
          <a:xfrm>
            <a:off x="4409596"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6" name="Subtitle Middle">
            <a:extLst>
              <a:ext uri="{FF2B5EF4-FFF2-40B4-BE49-F238E27FC236}">
                <a16:creationId xmlns:a16="http://schemas.microsoft.com/office/drawing/2014/main" id="{AA11411D-F5CC-4A9E-97ED-8D9AB17EC128}"/>
              </a:ext>
            </a:extLst>
          </p:cNvPr>
          <p:cNvSpPr>
            <a:spLocks noGrp="1"/>
          </p:cNvSpPr>
          <p:nvPr>
            <p:ph type="body" sz="quarter" idx="17" hasCustomPrompt="1"/>
          </p:nvPr>
        </p:nvSpPr>
        <p:spPr>
          <a:xfrm>
            <a:off x="440959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2" name="Text Placeholder 22">
            <a:extLst>
              <a:ext uri="{FF2B5EF4-FFF2-40B4-BE49-F238E27FC236}">
                <a16:creationId xmlns:a16="http://schemas.microsoft.com/office/drawing/2014/main" id="{55E5A2C2-274B-42C7-937D-24C1B3BA41D4}"/>
              </a:ext>
            </a:extLst>
          </p:cNvPr>
          <p:cNvSpPr>
            <a:spLocks noGrp="1"/>
          </p:cNvSpPr>
          <p:nvPr>
            <p:ph type="body" sz="quarter" idx="25" hasCustomPrompt="1"/>
          </p:nvPr>
        </p:nvSpPr>
        <p:spPr>
          <a:xfrm>
            <a:off x="4406900" y="3163463"/>
            <a:ext cx="3374136" cy="2437235"/>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30" name="Picture Placeholder  Right">
            <a:extLst>
              <a:ext uri="{FF2B5EF4-FFF2-40B4-BE49-F238E27FC236}">
                <a16:creationId xmlns:a16="http://schemas.microsoft.com/office/drawing/2014/main" id="{3B5B43E5-7D20-4591-B751-DD7388D8DEF7}"/>
              </a:ext>
            </a:extLst>
          </p:cNvPr>
          <p:cNvSpPr>
            <a:spLocks noGrp="1"/>
          </p:cNvSpPr>
          <p:nvPr>
            <p:ph type="pic" sz="quarter" idx="23" hasCustomPrompt="1"/>
          </p:nvPr>
        </p:nvSpPr>
        <p:spPr>
          <a:xfrm>
            <a:off x="8256785" y="1261872"/>
            <a:ext cx="1161288" cy="1161288"/>
          </a:xfrm>
          <a:prstGeom prst="rect">
            <a:avLst/>
          </a:prstGeom>
        </p:spPr>
        <p:txBody>
          <a:bodyPr anchor="ctr">
            <a:normAutofit/>
          </a:bodyPr>
          <a:lstStyle>
            <a:lvl1pPr marL="0" indent="0" algn="ctr">
              <a:buNone/>
              <a:defRPr sz="1400"/>
            </a:lvl1pPr>
          </a:lstStyle>
          <a:p>
            <a:r>
              <a:rPr lang="en-US" dirty="0"/>
              <a:t>[Image] or remove and place icon here</a:t>
            </a:r>
          </a:p>
        </p:txBody>
      </p:sp>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8CFE0-20EA-47BD-A7D7-995044419413}"/>
              </a:ext>
            </a:extLst>
          </p:cNvPr>
          <p:cNvSpPr>
            <a:spLocks noGrp="1"/>
          </p:cNvSpPr>
          <p:nvPr>
            <p:ph type="ftr" sz="quarter" idx="2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2" name="Sub-headline">
            <a:extLst>
              <a:ext uri="{FF2B5EF4-FFF2-40B4-BE49-F238E27FC236}">
                <a16:creationId xmlns:a16="http://schemas.microsoft.com/office/drawing/2014/main" id="{5EFA2C65-2BF7-48F8-AA6D-832FA04C275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7" y="1261872"/>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1016"/>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0795"/>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7" name="Subtitle Left">
            <a:extLst>
              <a:ext uri="{FF2B5EF4-FFF2-40B4-BE49-F238E27FC236}">
                <a16:creationId xmlns:a16="http://schemas.microsoft.com/office/drawing/2014/main" id="{CA19107A-2AFD-4DC4-8B24-4A5929C3F2B7}"/>
              </a:ext>
            </a:extLst>
          </p:cNvPr>
          <p:cNvSpPr>
            <a:spLocks noGrp="1"/>
          </p:cNvSpPr>
          <p:nvPr>
            <p:ph type="body" sz="quarter" idx="29" hasCustomPrompt="1"/>
          </p:nvPr>
        </p:nvSpPr>
        <p:spPr>
          <a:xfrm>
            <a:off x="1789877" y="2717095"/>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D9F3B68D-9DD4-41F2-97AC-E83BCE6F9C5D}"/>
              </a:ext>
            </a:extLst>
          </p:cNvPr>
          <p:cNvSpPr>
            <a:spLocks noGrp="1"/>
          </p:cNvSpPr>
          <p:nvPr>
            <p:ph type="body" sz="quarter" idx="30" hasCustomPrompt="1"/>
          </p:nvPr>
        </p:nvSpPr>
        <p:spPr>
          <a:xfrm>
            <a:off x="1789878" y="3036239"/>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4" name="Picture Placeholder  Right">
            <a:extLst>
              <a:ext uri="{FF2B5EF4-FFF2-40B4-BE49-F238E27FC236}">
                <a16:creationId xmlns:a16="http://schemas.microsoft.com/office/drawing/2014/main" id="{BDBD945C-52EF-4677-B50B-FF8E067AEF48}"/>
              </a:ext>
            </a:extLst>
          </p:cNvPr>
          <p:cNvSpPr>
            <a:spLocks noGrp="1"/>
          </p:cNvSpPr>
          <p:nvPr>
            <p:ph type="pic" sz="quarter" idx="23" hasCustomPrompt="1"/>
          </p:nvPr>
        </p:nvSpPr>
        <p:spPr>
          <a:xfrm>
            <a:off x="567039" y="4159718"/>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DD9750E-ABDA-4A03-801E-38E1632B8093}"/>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1D199F29-DE09-4DF0-9477-385F6C6242D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4" name="Content Placeholder 3">
            <a:extLst>
              <a:ext uri="{FF2B5EF4-FFF2-40B4-BE49-F238E27FC236}">
                <a16:creationId xmlns:a16="http://schemas.microsoft.com/office/drawing/2014/main" id="{82FD93BB-BB27-4EF7-B79A-C2550EB90CFA}"/>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1872"/>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2" name="Subtitle Top">
            <a:extLst>
              <a:ext uri="{FF2B5EF4-FFF2-40B4-BE49-F238E27FC236}">
                <a16:creationId xmlns:a16="http://schemas.microsoft.com/office/drawing/2014/main" id="{F32872C9-2C41-4ABC-9932-EE0BBAFBE2B9}"/>
              </a:ext>
            </a:extLst>
          </p:cNvPr>
          <p:cNvSpPr>
            <a:spLocks noGrp="1"/>
          </p:cNvSpPr>
          <p:nvPr>
            <p:ph type="body" sz="quarter" idx="36" hasCustomPrompt="1"/>
          </p:nvPr>
        </p:nvSpPr>
        <p:spPr>
          <a:xfrm>
            <a:off x="7488891" y="2483726"/>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3" name="Text Placeholder 15">
            <a:extLst>
              <a:ext uri="{FF2B5EF4-FFF2-40B4-BE49-F238E27FC236}">
                <a16:creationId xmlns:a16="http://schemas.microsoft.com/office/drawing/2014/main" id="{7D0F84AA-F016-40FD-B57B-922B879A885F}"/>
              </a:ext>
            </a:extLst>
          </p:cNvPr>
          <p:cNvSpPr>
            <a:spLocks noGrp="1"/>
          </p:cNvSpPr>
          <p:nvPr>
            <p:ph type="body" sz="quarter" idx="37" hasCustomPrompt="1"/>
          </p:nvPr>
        </p:nvSpPr>
        <p:spPr>
          <a:xfrm>
            <a:off x="7490161" y="2821981"/>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4" name="Subtitle Top">
            <a:extLst>
              <a:ext uri="{FF2B5EF4-FFF2-40B4-BE49-F238E27FC236}">
                <a16:creationId xmlns:a16="http://schemas.microsoft.com/office/drawing/2014/main" id="{F02B674F-D8E9-4242-8C17-0240FB40F65A}"/>
              </a:ext>
            </a:extLst>
          </p:cNvPr>
          <p:cNvSpPr>
            <a:spLocks noGrp="1"/>
          </p:cNvSpPr>
          <p:nvPr>
            <p:ph type="body" sz="quarter" idx="38" hasCustomPrompt="1"/>
          </p:nvPr>
        </p:nvSpPr>
        <p:spPr>
          <a:xfrm>
            <a:off x="7487621" y="3706769"/>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15">
            <a:extLst>
              <a:ext uri="{FF2B5EF4-FFF2-40B4-BE49-F238E27FC236}">
                <a16:creationId xmlns:a16="http://schemas.microsoft.com/office/drawing/2014/main" id="{9F2499DA-5101-4E05-8B0E-D14E56480543}"/>
              </a:ext>
            </a:extLst>
          </p:cNvPr>
          <p:cNvSpPr>
            <a:spLocks noGrp="1"/>
          </p:cNvSpPr>
          <p:nvPr>
            <p:ph type="body" sz="quarter" idx="39" hasCustomPrompt="1"/>
          </p:nvPr>
        </p:nvSpPr>
        <p:spPr>
          <a:xfrm>
            <a:off x="7488891" y="4045024"/>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bg1"/>
                </a:solidFill>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lnSpc>
                <a:spcPct val="100000"/>
              </a:lnSpc>
              <a:spcBef>
                <a:spcPts val="0"/>
              </a:spcBef>
              <a:spcAft>
                <a:spcPts val="200"/>
              </a:spcAft>
              <a:defRPr sz="1200">
                <a:solidFill>
                  <a:schemeClr val="bg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21DF1D-3C8D-435E-8E9F-6D662BF957BD}"/>
              </a:ext>
              <a:ext uri="{C183D7F6-B498-43B3-948B-1728B52AA6E4}">
                <adec:decorative xmlns:adec="http://schemas.microsoft.com/office/drawing/2017/decorative" val="1"/>
              </a:ext>
            </a:extLst>
          </p:cNvPr>
          <p:cNvSpPr/>
          <p:nvPr userDrawn="1"/>
        </p:nvSpPr>
        <p:spPr bwMode="white">
          <a:xfrm>
            <a:off x="6096000" y="0"/>
            <a:ext cx="6096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3" name="Footer Placeholder 2">
            <a:extLst>
              <a:ext uri="{FF2B5EF4-FFF2-40B4-BE49-F238E27FC236}">
                <a16:creationId xmlns:a16="http://schemas.microsoft.com/office/drawing/2014/main" id="{FCFEF029-AF59-4AC3-9ED3-4E5E4431EF7C}"/>
              </a:ext>
            </a:extLst>
          </p:cNvPr>
          <p:cNvSpPr>
            <a:spLocks noGrp="1"/>
          </p:cNvSpPr>
          <p:nvPr>
            <p:ph type="ftr" sz="quarter" idx="35"/>
          </p:nvPr>
        </p:nvSpPr>
        <p:spPr/>
        <p:txBody>
          <a:bodyPr/>
          <a:lstStyle>
            <a:lvl1pPr>
              <a:defRPr>
                <a:solidFill>
                  <a:schemeClr val="tx1"/>
                </a:solidFill>
              </a:defRPr>
            </a:lvl1pPr>
          </a:lstStyle>
          <a:p>
            <a:r>
              <a:rPr lang="en-US"/>
              <a:t>Section name (optional) / Title / Month 20YY</a:t>
            </a:r>
            <a:endParaRPr lang="en-US" dirty="0"/>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tx1"/>
                </a:solidFill>
              </a:defRPr>
            </a:lvl1pPr>
          </a:lstStyle>
          <a:p>
            <a:fld id="{5CFA18E4-D58E-4B28-B105-28D9665A8EBC}" type="slidenum">
              <a:rPr lang="en-US" smtClean="0"/>
              <a:pPr/>
              <a:t>‹#›</a:t>
            </a:fld>
            <a:endParaRPr lang="en-US" dirty="0"/>
          </a:p>
        </p:txBody>
      </p:sp>
      <p:sp>
        <p:nvSpPr>
          <p:cNvPr id="47" name="Title 6">
            <a:extLst>
              <a:ext uri="{FF2B5EF4-FFF2-40B4-BE49-F238E27FC236}">
                <a16:creationId xmlns:a16="http://schemas.microsoft.com/office/drawing/2014/main" id="{7A52641A-F2AB-4235-AD50-FEB7E58871C8}"/>
              </a:ext>
            </a:extLst>
          </p:cNvPr>
          <p:cNvSpPr>
            <a:spLocks noGrp="1"/>
          </p:cNvSpPr>
          <p:nvPr>
            <p:ph type="title" hasCustomPrompt="1"/>
          </p:nvPr>
        </p:nvSpPr>
        <p:spPr>
          <a:xfrm>
            <a:off x="567040" y="342900"/>
            <a:ext cx="5029200" cy="460551"/>
          </a:xfrm>
        </p:spPr>
        <p:txBody>
          <a:bodyPr/>
          <a:lstStyle/>
          <a:p>
            <a:r>
              <a:rPr lang="en-US" dirty="0"/>
              <a:t>[Headline]</a:t>
            </a:r>
          </a:p>
        </p:txBody>
      </p:sp>
      <p:sp>
        <p:nvSpPr>
          <p:cNvPr id="46" name="Sub-headline">
            <a:extLst>
              <a:ext uri="{FF2B5EF4-FFF2-40B4-BE49-F238E27FC236}">
                <a16:creationId xmlns:a16="http://schemas.microsoft.com/office/drawing/2014/main" id="{5251668F-9361-42F9-893B-958B89A89D74}"/>
              </a:ext>
            </a:extLst>
          </p:cNvPr>
          <p:cNvSpPr>
            <a:spLocks noGrp="1"/>
          </p:cNvSpPr>
          <p:nvPr>
            <p:ph type="body" sz="quarter" idx="13" hasCustomPrompt="1"/>
          </p:nvPr>
        </p:nvSpPr>
        <p:spPr>
          <a:xfrm>
            <a:off x="567038" y="899026"/>
            <a:ext cx="5029200" cy="278706"/>
          </a:xfrm>
          <a:prstGeom prst="rect">
            <a:avLst/>
          </a:prstGeom>
        </p:spPr>
        <p:txBody>
          <a:bodyPr/>
          <a:lstStyle>
            <a:lvl1pPr marL="0" indent="0">
              <a:buNone/>
              <a:defRPr sz="1800" b="0">
                <a:latin typeface="+mn-lt"/>
              </a:defRPr>
            </a:lvl1pPr>
            <a:lvl2pPr marL="169863" indent="0">
              <a:buNone/>
              <a:defRPr/>
            </a:lvl2pPr>
          </a:lstStyle>
          <a:p>
            <a:pPr lvl="0"/>
            <a:r>
              <a:rPr lang="en-US" dirty="0"/>
              <a:t>[Sub-headline]</a:t>
            </a:r>
          </a:p>
        </p:txBody>
      </p:sp>
      <p:sp>
        <p:nvSpPr>
          <p:cNvPr id="22" name="Content Placeholder 3">
            <a:extLst>
              <a:ext uri="{FF2B5EF4-FFF2-40B4-BE49-F238E27FC236}">
                <a16:creationId xmlns:a16="http://schemas.microsoft.com/office/drawing/2014/main" id="{BA006FC7-D663-4A84-9EC7-38CF613B62D7}"/>
              </a:ext>
            </a:extLst>
          </p:cNvPr>
          <p:cNvSpPr>
            <a:spLocks noGrp="1"/>
          </p:cNvSpPr>
          <p:nvPr>
            <p:ph sz="quarter" idx="33" hasCustomPrompt="1"/>
          </p:nvPr>
        </p:nvSpPr>
        <p:spPr>
          <a:xfrm>
            <a:off x="566738" y="1263650"/>
            <a:ext cx="5029200" cy="4343400"/>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Footnote">
            <a:extLst>
              <a:ext uri="{FF2B5EF4-FFF2-40B4-BE49-F238E27FC236}">
                <a16:creationId xmlns:a16="http://schemas.microsoft.com/office/drawing/2014/main" id="{0D52D127-8311-4C6F-B9EA-30B581C17FF7}"/>
              </a:ext>
            </a:extLst>
          </p:cNvPr>
          <p:cNvSpPr>
            <a:spLocks noGrp="1"/>
          </p:cNvSpPr>
          <p:nvPr>
            <p:ph type="body" sz="quarter" idx="15" hasCustomPrompt="1"/>
          </p:nvPr>
        </p:nvSpPr>
        <p:spPr>
          <a:xfrm>
            <a:off x="567039" y="5905500"/>
            <a:ext cx="5029200" cy="306912"/>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40" name="Picture Placeholder Top">
            <a:extLst>
              <a:ext uri="{FF2B5EF4-FFF2-40B4-BE49-F238E27FC236}">
                <a16:creationId xmlns:a16="http://schemas.microsoft.com/office/drawing/2014/main" id="{92FD1037-3FD2-4536-815B-AC3218BE9FD2}"/>
              </a:ext>
            </a:extLst>
          </p:cNvPr>
          <p:cNvSpPr>
            <a:spLocks noGrp="1"/>
          </p:cNvSpPr>
          <p:nvPr>
            <p:ph type="pic" sz="quarter" idx="27" hasCustomPrompt="1"/>
          </p:nvPr>
        </p:nvSpPr>
        <p:spPr>
          <a:xfrm>
            <a:off x="6618578" y="126326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9" name="Subtitle Top">
            <a:extLst>
              <a:ext uri="{FF2B5EF4-FFF2-40B4-BE49-F238E27FC236}">
                <a16:creationId xmlns:a16="http://schemas.microsoft.com/office/drawing/2014/main" id="{97AB4569-D69B-4F8F-A994-52A9BDA887F2}"/>
              </a:ext>
            </a:extLst>
          </p:cNvPr>
          <p:cNvSpPr>
            <a:spLocks noGrp="1"/>
          </p:cNvSpPr>
          <p:nvPr>
            <p:ph type="body" sz="quarter" idx="25" hasCustomPrompt="1"/>
          </p:nvPr>
        </p:nvSpPr>
        <p:spPr>
          <a:xfrm>
            <a:off x="7488891" y="1268670"/>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2" name="Text Placeholder 15">
            <a:extLst>
              <a:ext uri="{FF2B5EF4-FFF2-40B4-BE49-F238E27FC236}">
                <a16:creationId xmlns:a16="http://schemas.microsoft.com/office/drawing/2014/main" id="{9551F18A-01B5-45DB-A0D7-2828AD10567D}"/>
              </a:ext>
            </a:extLst>
          </p:cNvPr>
          <p:cNvSpPr>
            <a:spLocks noGrp="1"/>
          </p:cNvSpPr>
          <p:nvPr>
            <p:ph type="body" sz="quarter" idx="29" hasCustomPrompt="1"/>
          </p:nvPr>
        </p:nvSpPr>
        <p:spPr>
          <a:xfrm>
            <a:off x="7490161" y="1600127"/>
            <a:ext cx="4134800" cy="640080"/>
          </a:xfrm>
          <a:prstGeom prst="rect">
            <a:avLst/>
          </a:prstGeom>
        </p:spPr>
        <p:txBody>
          <a:bodyPr/>
          <a:lstStyle>
            <a:lvl1pPr>
              <a:lnSpc>
                <a:spcPct val="100000"/>
              </a:lnSpc>
              <a:spcBef>
                <a:spcPts val="0"/>
              </a:spcBef>
              <a:spcAft>
                <a:spcPts val="200"/>
              </a:spcAft>
              <a:defRPr sz="1400">
                <a:solidFill>
                  <a:schemeClr val="tx1"/>
                </a:solidFill>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lvl="0"/>
            <a:r>
              <a:rPr lang="en-US" dirty="0"/>
              <a:t>[Click to add text]</a:t>
            </a:r>
          </a:p>
          <a:p>
            <a:pPr lvl="1"/>
            <a:r>
              <a:rPr lang="en-US" dirty="0"/>
              <a:t>Second level</a:t>
            </a:r>
          </a:p>
          <a:p>
            <a:pPr lvl="2"/>
            <a:r>
              <a:rPr lang="en-US" dirty="0"/>
              <a:t>Third level</a:t>
            </a:r>
          </a:p>
        </p:txBody>
      </p:sp>
      <p:sp>
        <p:nvSpPr>
          <p:cNvPr id="36" name="Picture Placeholder Middle Top">
            <a:extLst>
              <a:ext uri="{FF2B5EF4-FFF2-40B4-BE49-F238E27FC236}">
                <a16:creationId xmlns:a16="http://schemas.microsoft.com/office/drawing/2014/main" id="{DA019EA3-E52A-49F1-93F2-060A66C348AB}"/>
              </a:ext>
            </a:extLst>
          </p:cNvPr>
          <p:cNvSpPr>
            <a:spLocks noGrp="1"/>
          </p:cNvSpPr>
          <p:nvPr>
            <p:ph type="pic" sz="quarter" idx="21" hasCustomPrompt="1"/>
          </p:nvPr>
        </p:nvSpPr>
        <p:spPr>
          <a:xfrm>
            <a:off x="6618578" y="2486303"/>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3" name="Subtitle Middle Top">
            <a:extLst>
              <a:ext uri="{FF2B5EF4-FFF2-40B4-BE49-F238E27FC236}">
                <a16:creationId xmlns:a16="http://schemas.microsoft.com/office/drawing/2014/main" id="{0B17B252-9B3F-45FC-90E8-5D155B6782BA}"/>
              </a:ext>
            </a:extLst>
          </p:cNvPr>
          <p:cNvSpPr>
            <a:spLocks noGrp="1"/>
          </p:cNvSpPr>
          <p:nvPr>
            <p:ph type="body" sz="quarter" idx="16" hasCustomPrompt="1"/>
          </p:nvPr>
        </p:nvSpPr>
        <p:spPr>
          <a:xfrm>
            <a:off x="7488891" y="2486303"/>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3" name="Text Placeholder 25">
            <a:extLst>
              <a:ext uri="{FF2B5EF4-FFF2-40B4-BE49-F238E27FC236}">
                <a16:creationId xmlns:a16="http://schemas.microsoft.com/office/drawing/2014/main" id="{8A12E103-382A-4153-B839-D4D1429F9D4D}"/>
              </a:ext>
            </a:extLst>
          </p:cNvPr>
          <p:cNvSpPr>
            <a:spLocks noGrp="1"/>
          </p:cNvSpPr>
          <p:nvPr>
            <p:ph type="body" sz="quarter" idx="30" hasCustomPrompt="1"/>
          </p:nvPr>
        </p:nvSpPr>
        <p:spPr>
          <a:xfrm>
            <a:off x="7490161" y="2819326"/>
            <a:ext cx="4134800"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lnSpc>
                <a:spcPct val="100000"/>
              </a:lnSpc>
              <a:spcBef>
                <a:spcPts val="0"/>
              </a:spcBef>
              <a:spcAft>
                <a:spcPts val="200"/>
              </a:spcAft>
              <a:defRPr sz="1200">
                <a:solidFill>
                  <a:schemeClr val="tx1"/>
                </a:solidFill>
              </a:defRPr>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a:p>
            <a:pPr lvl="3"/>
            <a:endParaRPr lang="en-US" dirty="0"/>
          </a:p>
        </p:txBody>
      </p:sp>
      <p:sp>
        <p:nvSpPr>
          <p:cNvPr id="37" name="Picture Placeholder  Middle Bottom">
            <a:extLst>
              <a:ext uri="{FF2B5EF4-FFF2-40B4-BE49-F238E27FC236}">
                <a16:creationId xmlns:a16="http://schemas.microsoft.com/office/drawing/2014/main" id="{9A48FFB8-D57B-414B-8D41-DADB303CDAA1}"/>
              </a:ext>
            </a:extLst>
          </p:cNvPr>
          <p:cNvSpPr>
            <a:spLocks noGrp="1"/>
          </p:cNvSpPr>
          <p:nvPr>
            <p:ph type="pic" sz="quarter" idx="22" hasCustomPrompt="1"/>
          </p:nvPr>
        </p:nvSpPr>
        <p:spPr>
          <a:xfrm>
            <a:off x="6618578" y="3709346"/>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4" name="Subtitle Middle Bottom">
            <a:extLst>
              <a:ext uri="{FF2B5EF4-FFF2-40B4-BE49-F238E27FC236}">
                <a16:creationId xmlns:a16="http://schemas.microsoft.com/office/drawing/2014/main" id="{3889D5BC-1AD8-46EC-A794-4E8C8AF5902C}"/>
              </a:ext>
            </a:extLst>
          </p:cNvPr>
          <p:cNvSpPr>
            <a:spLocks noGrp="1"/>
          </p:cNvSpPr>
          <p:nvPr>
            <p:ph type="body" sz="quarter" idx="17" hasCustomPrompt="1"/>
          </p:nvPr>
        </p:nvSpPr>
        <p:spPr>
          <a:xfrm>
            <a:off x="7488891" y="3709346"/>
            <a:ext cx="4136218"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4" name="Text Placeholder 27">
            <a:extLst>
              <a:ext uri="{FF2B5EF4-FFF2-40B4-BE49-F238E27FC236}">
                <a16:creationId xmlns:a16="http://schemas.microsoft.com/office/drawing/2014/main" id="{725EE04E-AEA3-46A6-A10F-A0084416FDC6}"/>
              </a:ext>
            </a:extLst>
          </p:cNvPr>
          <p:cNvSpPr>
            <a:spLocks noGrp="1"/>
          </p:cNvSpPr>
          <p:nvPr>
            <p:ph type="body" sz="quarter" idx="31" hasCustomPrompt="1"/>
          </p:nvPr>
        </p:nvSpPr>
        <p:spPr>
          <a:xfrm>
            <a:off x="7491749" y="4043634"/>
            <a:ext cx="4133026"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38" name="Picture Placeholder  Bottom">
            <a:extLst>
              <a:ext uri="{FF2B5EF4-FFF2-40B4-BE49-F238E27FC236}">
                <a16:creationId xmlns:a16="http://schemas.microsoft.com/office/drawing/2014/main" id="{F24D806E-A553-4B1F-8117-9C5C176E53F9}"/>
              </a:ext>
            </a:extLst>
          </p:cNvPr>
          <p:cNvSpPr>
            <a:spLocks noGrp="1"/>
          </p:cNvSpPr>
          <p:nvPr>
            <p:ph type="pic" sz="quarter" idx="23" hasCustomPrompt="1"/>
          </p:nvPr>
        </p:nvSpPr>
        <p:spPr>
          <a:xfrm>
            <a:off x="6616401" y="4932390"/>
            <a:ext cx="731520" cy="731520"/>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87EB15F-F929-4285-B3D2-F12F7A3EDFE1}"/>
              </a:ext>
            </a:extLst>
          </p:cNvPr>
          <p:cNvSpPr>
            <a:spLocks noGrp="1"/>
          </p:cNvSpPr>
          <p:nvPr>
            <p:ph type="ftr" sz="quarter" idx="38"/>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9" name="Title 6">
            <a:extLst>
              <a:ext uri="{FF2B5EF4-FFF2-40B4-BE49-F238E27FC236}">
                <a16:creationId xmlns:a16="http://schemas.microsoft.com/office/drawing/2014/main" id="{74FD5EE2-7E80-4B3F-9F2E-FB51310FF616}"/>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28" name="Sub-headline">
            <a:extLst>
              <a:ext uri="{FF2B5EF4-FFF2-40B4-BE49-F238E27FC236}">
                <a16:creationId xmlns:a16="http://schemas.microsoft.com/office/drawing/2014/main" id="{CEBFF992-B5B5-4920-8BF1-3F8A84AE638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32" name="Picture Placeholder Left">
            <a:extLst>
              <a:ext uri="{FF2B5EF4-FFF2-40B4-BE49-F238E27FC236}">
                <a16:creationId xmlns:a16="http://schemas.microsoft.com/office/drawing/2014/main" id="{CF6F45C0-8397-41BE-B336-31CACBC93446}"/>
              </a:ext>
            </a:extLst>
          </p:cNvPr>
          <p:cNvSpPr>
            <a:spLocks noGrp="1"/>
          </p:cNvSpPr>
          <p:nvPr>
            <p:ph type="pic" sz="quarter" idx="21" hasCustomPrompt="1"/>
          </p:nvPr>
        </p:nvSpPr>
        <p:spPr>
          <a:xfrm>
            <a:off x="569217"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9" name="Subtitle Left">
            <a:extLst>
              <a:ext uri="{FF2B5EF4-FFF2-40B4-BE49-F238E27FC236}">
                <a16:creationId xmlns:a16="http://schemas.microsoft.com/office/drawing/2014/main" id="{ED30F6A3-B5BC-40C0-8DCB-0F3F70EB0918}"/>
              </a:ext>
            </a:extLst>
          </p:cNvPr>
          <p:cNvSpPr>
            <a:spLocks noGrp="1"/>
          </p:cNvSpPr>
          <p:nvPr>
            <p:ph type="body" sz="quarter" idx="16" hasCustomPrompt="1"/>
          </p:nvPr>
        </p:nvSpPr>
        <p:spPr>
          <a:xfrm>
            <a:off x="1784838"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5" name="Text Placeholder 20">
            <a:extLst>
              <a:ext uri="{FF2B5EF4-FFF2-40B4-BE49-F238E27FC236}">
                <a16:creationId xmlns:a16="http://schemas.microsoft.com/office/drawing/2014/main" id="{F93BE80F-03ED-41A2-8709-8A7F3D16AC1C}"/>
              </a:ext>
            </a:extLst>
          </p:cNvPr>
          <p:cNvSpPr>
            <a:spLocks noGrp="1"/>
          </p:cNvSpPr>
          <p:nvPr>
            <p:ph type="body" sz="quarter" idx="24" hasCustomPrompt="1"/>
          </p:nvPr>
        </p:nvSpPr>
        <p:spPr>
          <a:xfrm>
            <a:off x="1784838"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33" name="Picture Placeholder  Middle">
            <a:extLst>
              <a:ext uri="{FF2B5EF4-FFF2-40B4-BE49-F238E27FC236}">
                <a16:creationId xmlns:a16="http://schemas.microsoft.com/office/drawing/2014/main" id="{259A6D79-8609-455C-B241-4E9D846D5FFB}"/>
              </a:ext>
            </a:extLst>
          </p:cNvPr>
          <p:cNvSpPr>
            <a:spLocks noGrp="1"/>
          </p:cNvSpPr>
          <p:nvPr>
            <p:ph type="pic" sz="quarter" idx="22" hasCustomPrompt="1"/>
          </p:nvPr>
        </p:nvSpPr>
        <p:spPr>
          <a:xfrm>
            <a:off x="569217"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30" name="Subtitle Middle">
            <a:extLst>
              <a:ext uri="{FF2B5EF4-FFF2-40B4-BE49-F238E27FC236}">
                <a16:creationId xmlns:a16="http://schemas.microsoft.com/office/drawing/2014/main" id="{AD83F8F7-A173-4FA2-BE9F-FA907F37B675}"/>
              </a:ext>
            </a:extLst>
          </p:cNvPr>
          <p:cNvSpPr>
            <a:spLocks noGrp="1"/>
          </p:cNvSpPr>
          <p:nvPr>
            <p:ph type="body" sz="quarter" idx="17" hasCustomPrompt="1"/>
          </p:nvPr>
        </p:nvSpPr>
        <p:spPr>
          <a:xfrm>
            <a:off x="1784838"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6" name="Text Placeholder 22">
            <a:extLst>
              <a:ext uri="{FF2B5EF4-FFF2-40B4-BE49-F238E27FC236}">
                <a16:creationId xmlns:a16="http://schemas.microsoft.com/office/drawing/2014/main" id="{967F51AC-FAAC-41F8-8C78-8EF80FFF4FF8}"/>
              </a:ext>
            </a:extLst>
          </p:cNvPr>
          <p:cNvSpPr>
            <a:spLocks noGrp="1"/>
          </p:cNvSpPr>
          <p:nvPr>
            <p:ph type="body" sz="quarter" idx="25" hasCustomPrompt="1"/>
          </p:nvPr>
        </p:nvSpPr>
        <p:spPr>
          <a:xfrm>
            <a:off x="1784838"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1" name="Picture Placeholder  Middle">
            <a:extLst>
              <a:ext uri="{FF2B5EF4-FFF2-40B4-BE49-F238E27FC236}">
                <a16:creationId xmlns:a16="http://schemas.microsoft.com/office/drawing/2014/main" id="{ACB6CBE9-656B-4931-8DAE-8958D93E7422}"/>
              </a:ext>
            </a:extLst>
          </p:cNvPr>
          <p:cNvSpPr>
            <a:spLocks noGrp="1"/>
          </p:cNvSpPr>
          <p:nvPr>
            <p:ph type="pic" sz="quarter" idx="33" hasCustomPrompt="1"/>
          </p:nvPr>
        </p:nvSpPr>
        <p:spPr>
          <a:xfrm>
            <a:off x="567039"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0" name="Subtitle Middle">
            <a:extLst>
              <a:ext uri="{FF2B5EF4-FFF2-40B4-BE49-F238E27FC236}">
                <a16:creationId xmlns:a16="http://schemas.microsoft.com/office/drawing/2014/main" id="{FACF049B-4486-44B8-A830-D469FA5F6CDC}"/>
              </a:ext>
            </a:extLst>
          </p:cNvPr>
          <p:cNvSpPr>
            <a:spLocks noGrp="1"/>
          </p:cNvSpPr>
          <p:nvPr>
            <p:ph type="body" sz="quarter" idx="32" hasCustomPrompt="1"/>
          </p:nvPr>
        </p:nvSpPr>
        <p:spPr>
          <a:xfrm>
            <a:off x="1782660"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2" name="Text Placeholder 22">
            <a:extLst>
              <a:ext uri="{FF2B5EF4-FFF2-40B4-BE49-F238E27FC236}">
                <a16:creationId xmlns:a16="http://schemas.microsoft.com/office/drawing/2014/main" id="{564520D8-CDA7-4278-8769-E3C18C1F19A7}"/>
              </a:ext>
            </a:extLst>
          </p:cNvPr>
          <p:cNvSpPr>
            <a:spLocks noGrp="1"/>
          </p:cNvSpPr>
          <p:nvPr>
            <p:ph type="body" sz="quarter" idx="34" hasCustomPrompt="1"/>
          </p:nvPr>
        </p:nvSpPr>
        <p:spPr>
          <a:xfrm>
            <a:off x="1782660"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6" name="Picture Placeholder Left">
            <a:extLst>
              <a:ext uri="{FF2B5EF4-FFF2-40B4-BE49-F238E27FC236}">
                <a16:creationId xmlns:a16="http://schemas.microsoft.com/office/drawing/2014/main" id="{009A490E-8C91-4D1E-BD53-4E7033E185C0}"/>
              </a:ext>
            </a:extLst>
          </p:cNvPr>
          <p:cNvSpPr>
            <a:spLocks noGrp="1"/>
          </p:cNvSpPr>
          <p:nvPr>
            <p:ph type="pic" sz="quarter" idx="28" hasCustomPrompt="1"/>
          </p:nvPr>
        </p:nvSpPr>
        <p:spPr>
          <a:xfrm>
            <a:off x="6550152" y="126187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4" name="Subtitle Left">
            <a:extLst>
              <a:ext uri="{FF2B5EF4-FFF2-40B4-BE49-F238E27FC236}">
                <a16:creationId xmlns:a16="http://schemas.microsoft.com/office/drawing/2014/main" id="{4EB342BF-6CAA-4B82-AF57-F25F0E8E4DE8}"/>
              </a:ext>
            </a:extLst>
          </p:cNvPr>
          <p:cNvSpPr>
            <a:spLocks noGrp="1"/>
          </p:cNvSpPr>
          <p:nvPr>
            <p:ph type="body" sz="quarter" idx="26" hasCustomPrompt="1"/>
          </p:nvPr>
        </p:nvSpPr>
        <p:spPr>
          <a:xfrm>
            <a:off x="7765773" y="126187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Text Placeholder 20">
            <a:extLst>
              <a:ext uri="{FF2B5EF4-FFF2-40B4-BE49-F238E27FC236}">
                <a16:creationId xmlns:a16="http://schemas.microsoft.com/office/drawing/2014/main" id="{1CB46CF6-6609-40E4-9F18-AAD3D6C5AAB0}"/>
              </a:ext>
            </a:extLst>
          </p:cNvPr>
          <p:cNvSpPr>
            <a:spLocks noGrp="1"/>
          </p:cNvSpPr>
          <p:nvPr>
            <p:ph type="body" sz="quarter" idx="30" hasCustomPrompt="1"/>
          </p:nvPr>
        </p:nvSpPr>
        <p:spPr>
          <a:xfrm>
            <a:off x="7765773" y="1587722"/>
            <a:ext cx="38570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17" name="Picture Placeholder  Middle">
            <a:extLst>
              <a:ext uri="{FF2B5EF4-FFF2-40B4-BE49-F238E27FC236}">
                <a16:creationId xmlns:a16="http://schemas.microsoft.com/office/drawing/2014/main" id="{B3525E34-70EA-44E1-8FED-6D35963A97D0}"/>
              </a:ext>
            </a:extLst>
          </p:cNvPr>
          <p:cNvSpPr>
            <a:spLocks noGrp="1"/>
          </p:cNvSpPr>
          <p:nvPr>
            <p:ph type="pic" sz="quarter" idx="29" hasCustomPrompt="1"/>
          </p:nvPr>
        </p:nvSpPr>
        <p:spPr>
          <a:xfrm>
            <a:off x="6550152" y="2716512"/>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15" name="Subtitle Middle">
            <a:extLst>
              <a:ext uri="{FF2B5EF4-FFF2-40B4-BE49-F238E27FC236}">
                <a16:creationId xmlns:a16="http://schemas.microsoft.com/office/drawing/2014/main" id="{792A9CBD-D504-44CD-993E-28D5A82AB143}"/>
              </a:ext>
            </a:extLst>
          </p:cNvPr>
          <p:cNvSpPr>
            <a:spLocks noGrp="1"/>
          </p:cNvSpPr>
          <p:nvPr>
            <p:ph type="body" sz="quarter" idx="27" hasCustomPrompt="1"/>
          </p:nvPr>
        </p:nvSpPr>
        <p:spPr>
          <a:xfrm>
            <a:off x="7765773" y="2716512"/>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9" name="Text Placeholder 22">
            <a:extLst>
              <a:ext uri="{FF2B5EF4-FFF2-40B4-BE49-F238E27FC236}">
                <a16:creationId xmlns:a16="http://schemas.microsoft.com/office/drawing/2014/main" id="{9AD166B1-99E0-49B7-9424-A1B505123279}"/>
              </a:ext>
            </a:extLst>
          </p:cNvPr>
          <p:cNvSpPr>
            <a:spLocks noGrp="1"/>
          </p:cNvSpPr>
          <p:nvPr>
            <p:ph type="body" sz="quarter" idx="31" hasCustomPrompt="1"/>
          </p:nvPr>
        </p:nvSpPr>
        <p:spPr>
          <a:xfrm>
            <a:off x="7765773" y="3026645"/>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4" name="Picture Placeholder  Middle">
            <a:extLst>
              <a:ext uri="{FF2B5EF4-FFF2-40B4-BE49-F238E27FC236}">
                <a16:creationId xmlns:a16="http://schemas.microsoft.com/office/drawing/2014/main" id="{C87162C6-1D5F-4F74-AD00-7AF87B19835D}"/>
              </a:ext>
            </a:extLst>
          </p:cNvPr>
          <p:cNvSpPr>
            <a:spLocks noGrp="1"/>
          </p:cNvSpPr>
          <p:nvPr>
            <p:ph type="pic" sz="quarter" idx="36" hasCustomPrompt="1"/>
          </p:nvPr>
        </p:nvSpPr>
        <p:spPr>
          <a:xfrm>
            <a:off x="6547974" y="4154799"/>
            <a:ext cx="850392" cy="850392"/>
          </a:xfrm>
          <a:prstGeom prst="rect">
            <a:avLst/>
          </a:prstGeom>
        </p:spPr>
        <p:txBody>
          <a:bodyPr anchor="ctr">
            <a:normAutofit/>
          </a:bodyPr>
          <a:lstStyle>
            <a:lvl1pPr marL="0" indent="0" algn="ctr">
              <a:buNone/>
              <a:defRPr sz="1100"/>
            </a:lvl1pPr>
          </a:lstStyle>
          <a:p>
            <a:r>
              <a:rPr lang="en-US" dirty="0"/>
              <a:t>[Image] or remove and place icon here</a:t>
            </a:r>
          </a:p>
        </p:txBody>
      </p:sp>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Statement Photo">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223507B7-B09E-007D-99F3-EEE8EAD0BFFB}"/>
              </a:ext>
            </a:extLst>
          </p:cNvPr>
          <p:cNvSpPr>
            <a:spLocks noGrp="1"/>
          </p:cNvSpPr>
          <p:nvPr>
            <p:ph type="sldNum" sz="quarter" idx="12"/>
          </p:nvPr>
        </p:nvSpPr>
        <p:spPr>
          <a:xfrm>
            <a:off x="11320251" y="6563709"/>
            <a:ext cx="311576" cy="214804"/>
          </a:xfrm>
        </p:spPr>
        <p:txBody>
          <a:bodyPr/>
          <a:lstStyle>
            <a:lvl1pPr>
              <a:defRPr>
                <a:solidFill>
                  <a:schemeClr val="bg1"/>
                </a:solidFill>
              </a:defRPr>
            </a:lvl1pPr>
          </a:lstStyle>
          <a:p>
            <a:fld id="{5CFA18E4-D58E-4B28-B105-28D9665A8EBC}" type="slidenum">
              <a:rPr lang="en-US" smtClean="0"/>
              <a:pPr/>
              <a:t>‹#›</a:t>
            </a:fld>
            <a:endParaRPr lang="en-US" dirty="0"/>
          </a:p>
        </p:txBody>
      </p:sp>
      <p:sp>
        <p:nvSpPr>
          <p:cNvPr id="7" name="Picture Placeholder 7">
            <a:extLst>
              <a:ext uri="{FF2B5EF4-FFF2-40B4-BE49-F238E27FC236}">
                <a16:creationId xmlns:a16="http://schemas.microsoft.com/office/drawing/2014/main" id="{E3CF8E69-2C70-C8DF-0AD2-25CF38AE73FF}"/>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prstGeom prst="rect">
            <a:avLst/>
          </a:prstGeom>
          <a:blipFill>
            <a:blip r:embed="rId2"/>
            <a:stretch>
              <a:fillRect/>
            </a:stretch>
          </a:blipFill>
        </p:spPr>
        <p:txBody>
          <a:bodyPr anchor="ctr"/>
          <a:lstStyle>
            <a:lvl1pPr marL="0" indent="0" algn="ctr">
              <a:buNone/>
              <a:defRPr/>
            </a:lvl1pPr>
          </a:lstStyle>
          <a:p>
            <a:r>
              <a:rPr lang="en-US" dirty="0"/>
              <a:t>[Click to insert photo and then “Send to back” to place photo in background and add statement text]</a:t>
            </a:r>
          </a:p>
        </p:txBody>
      </p:sp>
      <p:sp>
        <p:nvSpPr>
          <p:cNvPr id="8" name="Rectangle 7">
            <a:extLst>
              <a:ext uri="{FF2B5EF4-FFF2-40B4-BE49-F238E27FC236}">
                <a16:creationId xmlns:a16="http://schemas.microsoft.com/office/drawing/2014/main" id="{E47B9F5F-8FE9-2016-B06B-5853DC05EEE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pic>
        <p:nvPicPr>
          <p:cNvPr id="3" name="Picture 2" descr="A black and red sign with white text&#10;&#10;AI-generated content may be incorrect.">
            <a:extLst>
              <a:ext uri="{FF2B5EF4-FFF2-40B4-BE49-F238E27FC236}">
                <a16:creationId xmlns:a16="http://schemas.microsoft.com/office/drawing/2014/main" id="{9F0BCDB1-7ABE-A698-5094-A6BF19411926}"/>
              </a:ext>
            </a:extLst>
          </p:cNvPr>
          <p:cNvPicPr>
            <a:picLocks noChangeAspect="1"/>
          </p:cNvPicPr>
          <p:nvPr userDrawn="1"/>
        </p:nvPicPr>
        <p:blipFill>
          <a:stretch>
            <a:fillRect/>
          </a:stretch>
        </p:blipFill>
        <p:spPr>
          <a:xfrm>
            <a:off x="567393" y="6392768"/>
            <a:ext cx="762002" cy="365761"/>
          </a:xfrm>
          <a:prstGeom prst="rect">
            <a:avLst/>
          </a:prstGeom>
        </p:spPr>
      </p:pic>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3" name="Picture 2" descr="A black and red sign with white text&#10;&#10;AI-generated content may be incorrect.">
            <a:extLst>
              <a:ext uri="{FF2B5EF4-FFF2-40B4-BE49-F238E27FC236}">
                <a16:creationId xmlns:a16="http://schemas.microsoft.com/office/drawing/2014/main" id="{E04E07AC-4ED4-40D6-AA2D-C28EDF844CE1}"/>
              </a:ext>
            </a:extLst>
          </p:cNvPr>
          <p:cNvPicPr>
            <a:picLocks noChangeAspect="1"/>
          </p:cNvPicPr>
          <p:nvPr userDrawn="1"/>
        </p:nvPicPr>
        <p:blipFill>
          <a:stretch>
            <a:fillRect/>
          </a:stretch>
        </p:blipFill>
        <p:spPr>
          <a:xfrm>
            <a:off x="567393" y="6392768"/>
            <a:ext cx="762002" cy="365761"/>
          </a:xfrm>
          <a:prstGeom prst="rect">
            <a:avLst/>
          </a:prstGeom>
        </p:spPr>
      </p:pic>
      <p:sp>
        <p:nvSpPr>
          <p:cNvPr id="2" name="Footer Placeholder 1">
            <a:extLst>
              <a:ext uri="{FF2B5EF4-FFF2-40B4-BE49-F238E27FC236}">
                <a16:creationId xmlns:a16="http://schemas.microsoft.com/office/drawing/2014/main" id="{09B2BB06-A918-4461-A3C3-E0F62881116D}"/>
              </a:ext>
            </a:extLst>
          </p:cNvPr>
          <p:cNvSpPr>
            <a:spLocks noGrp="1"/>
          </p:cNvSpPr>
          <p:nvPr>
            <p:ph type="ftr" sz="quarter" idx="16"/>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dirty="0"/>
          </a:p>
        </p:txBody>
      </p:sp>
      <p:sp>
        <p:nvSpPr>
          <p:cNvPr id="68" name="Title 1">
            <a:extLst>
              <a:ext uri="{FF2B5EF4-FFF2-40B4-BE49-F238E27FC236}">
                <a16:creationId xmlns:a16="http://schemas.microsoft.com/office/drawing/2014/main" id="{64E68955-1F47-48A6-A186-3CE836A9C055}"/>
              </a:ext>
            </a:extLst>
          </p:cNvPr>
          <p:cNvSpPr>
            <a:spLocks noGrp="1"/>
          </p:cNvSpPr>
          <p:nvPr>
            <p:ph type="title" hasCustomPrompt="1"/>
          </p:nvPr>
        </p:nvSpPr>
        <p:spPr>
          <a:xfrm>
            <a:off x="558798" y="456344"/>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D2621E20-CD29-4C8E-8931-671EA0A0A209}"/>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0" name="Picture Placeholder 6">
            <a:extLst>
              <a:ext uri="{FF2B5EF4-FFF2-40B4-BE49-F238E27FC236}">
                <a16:creationId xmlns:a16="http://schemas.microsoft.com/office/drawing/2014/main" id="{398B8C0B-A3E4-4E75-AED3-0E66FE4C8A90}"/>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pic>
        <p:nvPicPr>
          <p:cNvPr id="3" name="Picture 2" descr="A black background with a black square&#10;&#10;AI-generated content may be incorrect.">
            <a:extLst>
              <a:ext uri="{FF2B5EF4-FFF2-40B4-BE49-F238E27FC236}">
                <a16:creationId xmlns:a16="http://schemas.microsoft.com/office/drawing/2014/main" id="{0F3C4E41-AB49-ECFF-5DFD-1D417449B2EC}"/>
              </a:ext>
            </a:extLst>
          </p:cNvPr>
          <p:cNvPicPr>
            <a:picLocks noChangeAspect="1"/>
          </p:cNvPicPr>
          <p:nvPr userDrawn="1"/>
        </p:nvPicPr>
        <p:blipFill>
          <a:stretch>
            <a:fillRect/>
          </a:stretch>
        </p:blipFill>
        <p:spPr>
          <a:xfrm>
            <a:off x="566956" y="6392768"/>
            <a:ext cx="762002" cy="365761"/>
          </a:xfrm>
          <a:prstGeom prst="rect">
            <a:avLst/>
          </a:prstGeom>
        </p:spPr>
      </p:pic>
      <p:sp>
        <p:nvSpPr>
          <p:cNvPr id="2" name="Footer Placeholder 1">
            <a:extLst>
              <a:ext uri="{FF2B5EF4-FFF2-40B4-BE49-F238E27FC236}">
                <a16:creationId xmlns:a16="http://schemas.microsoft.com/office/drawing/2014/main" id="{9B1A11F5-24CC-4F34-844F-F61047D8B1E6}"/>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2" name="Title 1">
            <a:extLst>
              <a:ext uri="{FF2B5EF4-FFF2-40B4-BE49-F238E27FC236}">
                <a16:creationId xmlns:a16="http://schemas.microsoft.com/office/drawing/2014/main" id="{004B315D-93E5-4AEB-A2B1-CBCD42F25624}"/>
              </a:ext>
            </a:extLst>
          </p:cNvPr>
          <p:cNvSpPr>
            <a:spLocks noGrp="1"/>
          </p:cNvSpPr>
          <p:nvPr>
            <p:ph type="title" hasCustomPrompt="1"/>
          </p:nvPr>
        </p:nvSpPr>
        <p:spPr>
          <a:xfrm>
            <a:off x="558798" y="456343"/>
            <a:ext cx="5214685" cy="4768897"/>
          </a:xfrm>
          <a:prstGeom prst="rect">
            <a:avLst/>
          </a:prstGeom>
        </p:spPr>
        <p:txBody>
          <a:bodyPr anchor="ct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794C1205-987F-4989-B4B0-84F9B893104F}"/>
              </a:ext>
            </a:extLst>
          </p:cNvPr>
          <p:cNvSpPr>
            <a:spLocks noGrp="1"/>
          </p:cNvSpPr>
          <p:nvPr>
            <p:ph type="body" sz="quarter" idx="14" hasCustomPrompt="1"/>
          </p:nvPr>
        </p:nvSpPr>
        <p:spPr>
          <a:xfrm>
            <a:off x="558799" y="5228050"/>
            <a:ext cx="5214683"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64" name="Picture Placeholder 6">
            <a:extLst>
              <a:ext uri="{FF2B5EF4-FFF2-40B4-BE49-F238E27FC236}">
                <a16:creationId xmlns:a16="http://schemas.microsoft.com/office/drawing/2014/main" id="{D89211C8-4F78-4574-8F29-4EF3145B98B7}"/>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pic>
        <p:nvPicPr>
          <p:cNvPr id="2" name="Picture 1" descr="A black background with a black square&#10;&#10;AI-generated content may be incorrect.">
            <a:extLst>
              <a:ext uri="{FF2B5EF4-FFF2-40B4-BE49-F238E27FC236}">
                <a16:creationId xmlns:a16="http://schemas.microsoft.com/office/drawing/2014/main" id="{1E5DAEC1-6D59-A37E-2682-88A6C3B45EB5}"/>
              </a:ext>
            </a:extLst>
          </p:cNvPr>
          <p:cNvPicPr>
            <a:picLocks noChangeAspect="1"/>
          </p:cNvPicPr>
          <p:nvPr userDrawn="1"/>
        </p:nvPicPr>
        <p:blipFill>
          <a:stretch>
            <a:fillRect/>
          </a:stretch>
        </p:blipFill>
        <p:spPr>
          <a:xfrm>
            <a:off x="566956" y="6392768"/>
            <a:ext cx="762002" cy="365761"/>
          </a:xfrm>
          <a:prstGeom prst="rect">
            <a:avLst/>
          </a:prstGeom>
        </p:spPr>
      </p:pic>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566382" y="1289200"/>
            <a:ext cx="7114032" cy="1776729"/>
          </a:xfrm>
          <a:prstGeom prst="rect">
            <a:avLst/>
          </a:prstGeom>
        </p:spPr>
        <p:txBody>
          <a:bodyPr anchor="b">
            <a:normAutofit/>
          </a:bodyPr>
          <a:lstStyle>
            <a:lvl1pPr>
              <a:defRPr sz="4400" b="0"/>
            </a:lvl1pPr>
          </a:lstStyle>
          <a:p>
            <a:r>
              <a:rPr lang="en-US" dirty="0"/>
              <a:t>[Title max two lines, shrink to fit – must be at least 32pt]</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558800" y="3163887"/>
            <a:ext cx="7114033" cy="311271"/>
          </a:xfrm>
          <a:prstGeom prst="rect">
            <a:avLst/>
          </a:prstGeom>
        </p:spPr>
        <p:txBody>
          <a:bodyPr>
            <a:no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14pt]</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8596672" y="1461937"/>
            <a:ext cx="3035808" cy="1603991"/>
          </a:xfrm>
          <a:prstGeom prst="rect">
            <a:avLst/>
          </a:prstGeo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8596672" y="3146702"/>
            <a:ext cx="303580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6" name="Picture Placeholder 5">
            <a:extLst>
              <a:ext uri="{FF2B5EF4-FFF2-40B4-BE49-F238E27FC236}">
                <a16:creationId xmlns:a16="http://schemas.microsoft.com/office/drawing/2014/main" id="{0FFE3BED-FEEE-4719-BC7E-F76E7FF8BA7E}"/>
              </a:ext>
            </a:extLst>
          </p:cNvPr>
          <p:cNvSpPr>
            <a:spLocks noGrp="1"/>
          </p:cNvSpPr>
          <p:nvPr>
            <p:ph type="pic" sz="quarter" idx="21" hasCustomPrompt="1"/>
          </p:nvPr>
        </p:nvSpPr>
        <p:spPr>
          <a:xfrm>
            <a:off x="0" y="3694113"/>
            <a:ext cx="12228513" cy="3163887"/>
          </a:xfrm>
          <a:prstGeom prst="rect">
            <a:avLst/>
          </a:prstGeom>
        </p:spPr>
        <p:txBody>
          <a:bodyPr lIns="548640" tIns="548640"/>
          <a:lstStyle>
            <a:lvl1pPr marL="0" indent="0">
              <a:buFontTx/>
              <a:buNone/>
              <a:defRPr/>
            </a:lvl1pPr>
          </a:lstStyle>
          <a:p>
            <a:r>
              <a:rPr lang="en-US" dirty="0"/>
              <a:t>Click icon to add picture, then send to back to display copyright info</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and red sign with white text&#10;&#10;AI-generated content may be incorrect.">
            <a:extLst>
              <a:ext uri="{FF2B5EF4-FFF2-40B4-BE49-F238E27FC236}">
                <a16:creationId xmlns:a16="http://schemas.microsoft.com/office/drawing/2014/main" id="{52015A08-D9EA-536C-8498-6BA4410DCA26}"/>
              </a:ext>
            </a:extLst>
          </p:cNvPr>
          <p:cNvPicPr>
            <a:picLocks noChangeAspect="1"/>
          </p:cNvPicPr>
          <p:nvPr userDrawn="1"/>
        </p:nvPicPr>
        <p:blipFill>
          <a:stretch>
            <a:fillRect/>
          </a:stretch>
        </p:blipFill>
        <p:spPr>
          <a:xfrm>
            <a:off x="558362" y="373819"/>
            <a:ext cx="1335027" cy="640081"/>
          </a:xfrm>
          <a:prstGeom prst="rect">
            <a:avLst/>
          </a:prstGeom>
        </p:spPr>
      </p:pic>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9" name="Text Placeholder 17">
            <a:extLst>
              <a:ext uri="{FF2B5EF4-FFF2-40B4-BE49-F238E27FC236}">
                <a16:creationId xmlns:a16="http://schemas.microsoft.com/office/drawing/2014/main" id="{8498AB6A-D245-44A6-BBEF-0361C1A6479E}"/>
              </a:ext>
            </a:extLst>
          </p:cNvPr>
          <p:cNvSpPr>
            <a:spLocks noGrp="1"/>
          </p:cNvSpPr>
          <p:nvPr>
            <p:ph type="body" sz="quarter" idx="18" hasCustomPrompt="1"/>
          </p:nvPr>
        </p:nvSpPr>
        <p:spPr>
          <a:xfrm>
            <a:off x="7162800" y="357520"/>
            <a:ext cx="4469680" cy="233318"/>
          </a:xfrm>
          <a:prstGeom prst="rect">
            <a:avLst/>
          </a:prstGeom>
        </p:spPr>
        <p:txBody>
          <a:bodyPr anchor="ctr">
            <a:noAutofit/>
          </a:bodyPr>
          <a:lstStyle>
            <a:lvl1pPr marL="0" indent="0" algn="r">
              <a:buNone/>
              <a:defRPr sz="1200" b="1">
                <a:solidFill>
                  <a:schemeClr val="accent1"/>
                </a:solidFill>
              </a:defRPr>
            </a:lvl1pPr>
            <a:lvl2pPr marL="0" indent="0">
              <a:buNone/>
              <a:defRPr/>
            </a:lvl2pPr>
            <a:lvl3pPr marL="0" indent="0">
              <a:buNone/>
              <a:defRPr/>
            </a:lvl3pPr>
            <a:lvl4pPr marL="0" indent="0">
              <a:buNone/>
              <a:defRPr/>
            </a:lvl4pPr>
            <a:lvl5pPr marL="0" indent="0">
              <a:buNone/>
              <a:defRPr/>
            </a:lvl5pPr>
          </a:lstStyle>
          <a:p>
            <a:pPr lvl="0"/>
            <a:r>
              <a:rPr lang="en-US" dirty="0"/>
              <a:t>[SERVICE LINE / REPORT TYPE]</a:t>
            </a:r>
          </a:p>
        </p:txBody>
      </p:sp>
      <p:sp>
        <p:nvSpPr>
          <p:cNvPr id="13" name="Title 1">
            <a:extLst>
              <a:ext uri="{FF2B5EF4-FFF2-40B4-BE49-F238E27FC236}">
                <a16:creationId xmlns:a16="http://schemas.microsoft.com/office/drawing/2014/main" id="{11571508-C5DD-4E25-961C-17353D606594}"/>
              </a:ext>
            </a:extLst>
          </p:cNvPr>
          <p:cNvSpPr>
            <a:spLocks noGrp="1"/>
          </p:cNvSpPr>
          <p:nvPr>
            <p:ph type="title" hasCustomPrompt="1"/>
          </p:nvPr>
        </p:nvSpPr>
        <p:spPr>
          <a:xfrm>
            <a:off x="566382" y="1267411"/>
            <a:ext cx="7189020" cy="1864409"/>
          </a:xfrm>
          <a:prstGeom prst="rect">
            <a:avLst/>
          </a:prstGeom>
          <a:noFill/>
        </p:spPr>
        <p:txBody>
          <a:bodyPr anchor="b">
            <a:noAutofit/>
          </a:bodyPr>
          <a:lstStyle>
            <a:lvl1pPr>
              <a:defRPr sz="4400" b="0"/>
            </a:lvl1pPr>
          </a:lstStyle>
          <a:p>
            <a:r>
              <a:rPr lang="en-US" dirty="0"/>
              <a:t>[Title max two lines, shrink to fit – must be at least 32 </a:t>
            </a:r>
            <a:r>
              <a:rPr lang="en-US" dirty="0" err="1"/>
              <a:t>pt</a:t>
            </a:r>
            <a:r>
              <a:rPr lang="en-US" dirty="0"/>
              <a:t>]</a:t>
            </a:r>
          </a:p>
        </p:txBody>
      </p:sp>
      <p:sp>
        <p:nvSpPr>
          <p:cNvPr id="14" name="Text Placeholder 10">
            <a:extLst>
              <a:ext uri="{FF2B5EF4-FFF2-40B4-BE49-F238E27FC236}">
                <a16:creationId xmlns:a16="http://schemas.microsoft.com/office/drawing/2014/main" id="{04BCAB30-4750-4267-8703-0690502ABE44}"/>
              </a:ext>
            </a:extLst>
          </p:cNvPr>
          <p:cNvSpPr>
            <a:spLocks noGrp="1"/>
          </p:cNvSpPr>
          <p:nvPr>
            <p:ph type="body" sz="quarter" idx="14" hasCustomPrompt="1"/>
          </p:nvPr>
        </p:nvSpPr>
        <p:spPr>
          <a:xfrm>
            <a:off x="566928" y="3232340"/>
            <a:ext cx="7189020" cy="576053"/>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dirty="0"/>
              <a:t>[Subtitle max one line, shrink font size to fit – must be at least 14 </a:t>
            </a:r>
            <a:r>
              <a:rPr lang="en-US" dirty="0" err="1"/>
              <a:t>pt</a:t>
            </a:r>
            <a:r>
              <a:rPr lang="en-US" dirty="0"/>
              <a:t>]</a:t>
            </a:r>
          </a:p>
        </p:txBody>
      </p:sp>
      <p:sp>
        <p:nvSpPr>
          <p:cNvPr id="15" name="Text Placeholder 15">
            <a:extLst>
              <a:ext uri="{FF2B5EF4-FFF2-40B4-BE49-F238E27FC236}">
                <a16:creationId xmlns:a16="http://schemas.microsoft.com/office/drawing/2014/main" id="{093CEC42-A75F-4876-8888-3F2ECFF55BAF}"/>
              </a:ext>
            </a:extLst>
          </p:cNvPr>
          <p:cNvSpPr>
            <a:spLocks noGrp="1"/>
          </p:cNvSpPr>
          <p:nvPr>
            <p:ph type="body" sz="quarter" idx="20" hasCustomPrompt="1"/>
          </p:nvPr>
        </p:nvSpPr>
        <p:spPr>
          <a:xfrm>
            <a:off x="566928" y="3926945"/>
            <a:ext cx="7189020" cy="1864408"/>
          </a:xfrm>
        </p:spPr>
        <p:txBody>
          <a:bodyPr anchor="b">
            <a:noAutofit/>
          </a:bodyPr>
          <a:lstStyle>
            <a:lvl1pPr marL="0" indent="0">
              <a:buNone/>
              <a:defRPr sz="1600"/>
            </a:lvl1pPr>
            <a:lvl2pPr marL="0" indent="0">
              <a:buNone/>
              <a:defRPr sz="1200"/>
            </a:lvl2pPr>
            <a:lvl3pPr marL="0" indent="0">
              <a:buNone/>
              <a:defRPr sz="1200"/>
            </a:lvl3pPr>
            <a:lvl4pPr marL="0" indent="0">
              <a:buNone/>
              <a:defRPr sz="1200"/>
            </a:lvl4pPr>
            <a:lvl5pPr marL="0" indent="0">
              <a:buNone/>
              <a:defRPr sz="1200"/>
            </a:lvl5pPr>
          </a:lstStyle>
          <a:p>
            <a:pPr lvl="0"/>
            <a:r>
              <a:rPr lang="en-US" dirty="0"/>
              <a:t>[First and Last Name / Department / Title]</a:t>
            </a:r>
          </a:p>
          <a:p>
            <a:pPr lvl="0"/>
            <a:r>
              <a:rPr lang="en-US" dirty="0"/>
              <a:t>[First and Last Name / Department / Title]</a:t>
            </a:r>
          </a:p>
          <a:p>
            <a:pPr lvl="0"/>
            <a:r>
              <a:rPr lang="en-US" dirty="0"/>
              <a:t>[First and Last Name / Department / Title]</a:t>
            </a:r>
          </a:p>
          <a:p>
            <a:pPr lvl="0"/>
            <a:r>
              <a:rPr lang="en-US" dirty="0"/>
              <a:t>Also contributing to this report were First and Last name, (no title or division)</a:t>
            </a:r>
          </a:p>
        </p:txBody>
      </p:sp>
      <p:sp>
        <p:nvSpPr>
          <p:cNvPr id="17" name="Text Placeholder 17">
            <a:extLst>
              <a:ext uri="{FF2B5EF4-FFF2-40B4-BE49-F238E27FC236}">
                <a16:creationId xmlns:a16="http://schemas.microsoft.com/office/drawing/2014/main" id="{EBFEFC18-4178-460D-94CF-FE6114DEE4EE}"/>
              </a:ext>
            </a:extLst>
          </p:cNvPr>
          <p:cNvSpPr>
            <a:spLocks noGrp="1"/>
          </p:cNvSpPr>
          <p:nvPr>
            <p:ph type="body" sz="quarter" idx="17" hasCustomPrompt="1"/>
          </p:nvPr>
        </p:nvSpPr>
        <p:spPr>
          <a:xfrm>
            <a:off x="566928" y="5998670"/>
            <a:ext cx="3035808" cy="214805"/>
          </a:xfrm>
        </p:spPr>
        <p:txBody>
          <a:bodyPr>
            <a:normAutofit/>
          </a:bodyPr>
          <a:lstStyle>
            <a:lvl1pPr marL="0" indent="0" algn="l">
              <a:buNone/>
              <a:defRPr sz="1200">
                <a:solidFill>
                  <a:schemeClr val="tx1"/>
                </a:solidFill>
              </a:defRPr>
            </a:lvl1pPr>
            <a:lvl2pPr marL="0" indent="0">
              <a:buNone/>
              <a:defRPr/>
            </a:lvl2pPr>
            <a:lvl3pPr marL="0" indent="0">
              <a:buNone/>
              <a:defRPr/>
            </a:lvl3pPr>
            <a:lvl4pPr marL="0" indent="0">
              <a:buNone/>
              <a:defRPr/>
            </a:lvl4pPr>
            <a:lvl5pPr marL="0" indent="0">
              <a:buNone/>
              <a:defRPr/>
            </a:lvl5pPr>
          </a:lstStyle>
          <a:p>
            <a:pPr lvl="0"/>
            <a:r>
              <a:rPr lang="en-US" dirty="0"/>
              <a:t>[Month DD, 20YY]</a:t>
            </a:r>
          </a:p>
        </p:txBody>
      </p:sp>
      <p:sp>
        <p:nvSpPr>
          <p:cNvPr id="5" name="Picture Placeholder 4">
            <a:extLst>
              <a:ext uri="{FF2B5EF4-FFF2-40B4-BE49-F238E27FC236}">
                <a16:creationId xmlns:a16="http://schemas.microsoft.com/office/drawing/2014/main" id="{78496E54-0E25-491E-9250-6235E2D8C1DF}"/>
              </a:ext>
            </a:extLst>
          </p:cNvPr>
          <p:cNvSpPr>
            <a:spLocks noGrp="1"/>
          </p:cNvSpPr>
          <p:nvPr>
            <p:ph type="pic" sz="quarter" idx="19"/>
          </p:nvPr>
        </p:nvSpPr>
        <p:spPr>
          <a:xfrm>
            <a:off x="7905395" y="1289050"/>
            <a:ext cx="4286605" cy="4924425"/>
          </a:xfrm>
        </p:spPr>
        <p:txBody>
          <a:bodyPr/>
          <a:lstStyle/>
          <a:p>
            <a:r>
              <a:rPr lang="en-US"/>
              <a:t>Click icon to add picture</a:t>
            </a:r>
            <a:endParaRPr lang="en-US" dirty="0"/>
          </a:p>
        </p:txBody>
      </p:sp>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pic>
        <p:nvPicPr>
          <p:cNvPr id="4" name="Picture 3" descr="A black background with red letters&#10;&#10;AI-generated content may be incorrect.">
            <a:extLst>
              <a:ext uri="{FF2B5EF4-FFF2-40B4-BE49-F238E27FC236}">
                <a16:creationId xmlns:a16="http://schemas.microsoft.com/office/drawing/2014/main" id="{4A2EBAF9-551D-037B-7912-97DD41591E7E}"/>
              </a:ext>
            </a:extLst>
          </p:cNvPr>
          <p:cNvPicPr>
            <a:picLocks noChangeAspect="1"/>
          </p:cNvPicPr>
          <p:nvPr userDrawn="1"/>
        </p:nvPicPr>
        <p:blipFill>
          <a:stretch>
            <a:fillRect/>
          </a:stretch>
        </p:blipFill>
        <p:spPr>
          <a:xfrm>
            <a:off x="556311" y="373829"/>
            <a:ext cx="1335027" cy="640081"/>
          </a:xfrm>
          <a:prstGeom prst="rect">
            <a:avLst/>
          </a:prstGeom>
        </p:spPr>
      </p:pic>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788391-9181-4039-9662-943128F9F643}"/>
              </a:ext>
            </a:extLst>
          </p:cNvPr>
          <p:cNvSpPr>
            <a:spLocks noGrp="1"/>
          </p:cNvSpPr>
          <p:nvPr>
            <p:ph type="ftr" sz="quarter" idx="16"/>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itle 1">
            <a:extLst>
              <a:ext uri="{FF2B5EF4-FFF2-40B4-BE49-F238E27FC236}">
                <a16:creationId xmlns:a16="http://schemas.microsoft.com/office/drawing/2014/main" id="{C1E8CFFC-BDBD-4E31-B071-4DDAA1454C11}"/>
              </a:ext>
            </a:extLst>
          </p:cNvPr>
          <p:cNvSpPr>
            <a:spLocks noGrp="1"/>
          </p:cNvSpPr>
          <p:nvPr>
            <p:ph type="title" hasCustomPrompt="1"/>
          </p:nvPr>
        </p:nvSpPr>
        <p:spPr>
          <a:xfrm>
            <a:off x="558798" y="456344"/>
            <a:ext cx="5214685" cy="709068"/>
          </a:xfrm>
          <a:prstGeom prst="rect">
            <a:avLst/>
          </a:prstGeom>
        </p:spPr>
        <p:txBody>
          <a:bodyPr anchor="ctr">
            <a:normAutofit/>
          </a:bodyPr>
          <a:lstStyle>
            <a:lvl1pPr>
              <a:defRPr sz="4000"/>
            </a:lvl1pPr>
          </a:lstStyle>
          <a:p>
            <a:r>
              <a:rPr lang="en-US" dirty="0"/>
              <a:t>Table of contents</a:t>
            </a:r>
          </a:p>
        </p:txBody>
      </p:sp>
      <p:sp>
        <p:nvSpPr>
          <p:cNvPr id="9" name="Text Placeholder 2">
            <a:extLst>
              <a:ext uri="{FF2B5EF4-FFF2-40B4-BE49-F238E27FC236}">
                <a16:creationId xmlns:a16="http://schemas.microsoft.com/office/drawing/2014/main" id="{4EBCF259-845B-4BA5-97CB-E81D70E376E7}"/>
              </a:ext>
            </a:extLst>
          </p:cNvPr>
          <p:cNvSpPr>
            <a:spLocks noGrp="1"/>
          </p:cNvSpPr>
          <p:nvPr>
            <p:ph idx="1" hasCustomPrompt="1"/>
          </p:nvPr>
        </p:nvSpPr>
        <p:spPr>
          <a:xfrm>
            <a:off x="567039" y="1289097"/>
            <a:ext cx="5214685" cy="4748525"/>
          </a:xfrm>
          <a:prstGeom prst="rect">
            <a:avLst/>
          </a:prstGeom>
        </p:spPr>
        <p:txBody>
          <a:bodyPr vert="horz" lIns="0" tIns="0" rIns="0" bIns="0" rtlCol="0">
            <a:noAutofit/>
          </a:bodyPr>
          <a:lstStyle>
            <a:lvl1pPr marL="0" indent="0">
              <a:buFontTx/>
              <a:buNone/>
              <a:defRPr/>
            </a:lvl1pPr>
            <a:lvl2pPr marL="169863" indent="0">
              <a:buFontTx/>
              <a:buNone/>
              <a:defRPr/>
            </a:lvl2pPr>
            <a:lvl3pPr marL="341312" indent="0">
              <a:buFontTx/>
              <a:buNone/>
              <a:defRPr/>
            </a:lvl3pPr>
            <a:lvl4pPr marL="517525" indent="0">
              <a:buFontTx/>
              <a:buNone/>
              <a:defRPr/>
            </a:lvl4pPr>
            <a:lvl5pPr marL="687387" indent="0">
              <a:buFontTx/>
              <a:buNone/>
              <a:defRPr/>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p:txBody>
      </p:sp>
      <p:sp>
        <p:nvSpPr>
          <p:cNvPr id="8" name="Picture Placeholder 6">
            <a:extLst>
              <a:ext uri="{FF2B5EF4-FFF2-40B4-BE49-F238E27FC236}">
                <a16:creationId xmlns:a16="http://schemas.microsoft.com/office/drawing/2014/main" id="{DF119F31-B551-49BE-B486-88A63B1BDA06}"/>
              </a:ext>
            </a:extLst>
          </p:cNvPr>
          <p:cNvSpPr>
            <a:spLocks noGrp="1"/>
          </p:cNvSpPr>
          <p:nvPr>
            <p:ph type="pic" sz="quarter" idx="15" hasCustomPrompt="1"/>
          </p:nvPr>
        </p:nvSpPr>
        <p:spPr>
          <a:xfrm>
            <a:off x="6098117" y="479784"/>
            <a:ext cx="6093883" cy="5557838"/>
          </a:xfrm>
          <a:prstGeom prst="rect">
            <a:avLst/>
          </a:prstGeom>
        </p:spPr>
        <p:txBody>
          <a:bodyPr anchor="ctr"/>
          <a:lstStyle>
            <a:lvl1pPr marL="0" indent="0" algn="ctr">
              <a:buNone/>
              <a:defRPr/>
            </a:lvl1pPr>
          </a:lstStyle>
          <a:p>
            <a:r>
              <a:rPr lang="en-US" dirty="0"/>
              <a:t>[Insert photo]</a:t>
            </a:r>
          </a:p>
        </p:txBody>
      </p:sp>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5BE700C-9B65-48D2-B989-340A545D1AF8}"/>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2138754E-07B4-4557-9122-37777C75797C}"/>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[Presenter/Moderator/Panelist] – select a title</a:t>
            </a:r>
          </a:p>
        </p:txBody>
      </p:sp>
      <p:sp>
        <p:nvSpPr>
          <p:cNvPr id="10" name="Picture Placeholder 17">
            <a:extLst>
              <a:ext uri="{FF2B5EF4-FFF2-40B4-BE49-F238E27FC236}">
                <a16:creationId xmlns:a16="http://schemas.microsoft.com/office/drawing/2014/main" id="{D96010C1-4595-4367-B9F6-DB15F9269834}"/>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anchor="ctr"/>
          <a:lstStyle>
            <a:lvl1pPr marL="0" indent="0" algn="ctr">
              <a:buNone/>
              <a:defRPr b="1"/>
            </a:lvl1pPr>
          </a:lstStyle>
          <a:p>
            <a:r>
              <a:rPr lang="en-US" dirty="0"/>
              <a:t>Click to add portrait photo or remove</a:t>
            </a:r>
          </a:p>
        </p:txBody>
      </p:sp>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7" name="Picture Placeholder 17">
            <a:extLst>
              <a:ext uri="{FF2B5EF4-FFF2-40B4-BE49-F238E27FC236}">
                <a16:creationId xmlns:a16="http://schemas.microsoft.com/office/drawing/2014/main" id="{0963E4D1-F246-4469-BECB-540CBCA1B881}"/>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2A8E5B0D-3D58-4517-81C4-D7B36DC30599}"/>
              </a:ext>
            </a:extLst>
          </p:cNvPr>
          <p:cNvSpPr>
            <a:spLocks noGrp="1"/>
          </p:cNvSpPr>
          <p:nvPr>
            <p:ph type="pic" sz="quarter" idx="24" hasCustomPrompt="1"/>
          </p:nvPr>
        </p:nvSpPr>
        <p:spPr>
          <a:xfrm>
            <a:off x="6527866"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575D78A-CDD8-43A2-B722-4DD086071CBD}"/>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F20E5D11-48D2-46CF-8380-BEEF8C7D0E67}"/>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16" name="Picture Placeholder 17">
            <a:extLst>
              <a:ext uri="{FF2B5EF4-FFF2-40B4-BE49-F238E27FC236}">
                <a16:creationId xmlns:a16="http://schemas.microsoft.com/office/drawing/2014/main" id="{E18A9881-DF3F-4314-8841-AAA80E908A97}"/>
              </a:ext>
            </a:extLst>
          </p:cNvPr>
          <p:cNvSpPr>
            <a:spLocks noGrp="1"/>
          </p:cNvSpPr>
          <p:nvPr>
            <p:ph type="pic" sz="quarter" idx="23" hasCustomPrompt="1"/>
          </p:nvPr>
        </p:nvSpPr>
        <p:spPr>
          <a:xfrm>
            <a:off x="569373"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3" name="Text Placeholder 7">
            <a:extLst>
              <a:ext uri="{FF2B5EF4-FFF2-40B4-BE49-F238E27FC236}">
                <a16:creationId xmlns:a16="http://schemas.microsoft.com/office/drawing/2014/main" id="{DB8E4F65-339D-453C-B85E-9390244580C0}"/>
              </a:ext>
            </a:extLst>
          </p:cNvPr>
          <p:cNvSpPr>
            <a:spLocks noGrp="1"/>
          </p:cNvSpPr>
          <p:nvPr>
            <p:ph type="body" sz="quarter" idx="13" hasCustomPrompt="1"/>
          </p:nvPr>
        </p:nvSpPr>
        <p:spPr>
          <a:xfrm>
            <a:off x="569372" y="4258763"/>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4" name="Text Placeholder 7">
            <a:extLst>
              <a:ext uri="{FF2B5EF4-FFF2-40B4-BE49-F238E27FC236}">
                <a16:creationId xmlns:a16="http://schemas.microsoft.com/office/drawing/2014/main" id="{DA958ED2-3569-4C3C-A692-B6B92B99E2F1}"/>
              </a:ext>
            </a:extLst>
          </p:cNvPr>
          <p:cNvSpPr>
            <a:spLocks noGrp="1"/>
          </p:cNvSpPr>
          <p:nvPr>
            <p:ph type="body" sz="quarter" idx="14" hasCustomPrompt="1"/>
          </p:nvPr>
        </p:nvSpPr>
        <p:spPr>
          <a:xfrm>
            <a:off x="569372" y="4656700"/>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5" name="Text Placeholder 7">
            <a:extLst>
              <a:ext uri="{FF2B5EF4-FFF2-40B4-BE49-F238E27FC236}">
                <a16:creationId xmlns:a16="http://schemas.microsoft.com/office/drawing/2014/main" id="{BA3389FA-8A63-4288-9A98-59EC19AC4E5F}"/>
              </a:ext>
            </a:extLst>
          </p:cNvPr>
          <p:cNvSpPr>
            <a:spLocks noGrp="1"/>
          </p:cNvSpPr>
          <p:nvPr>
            <p:ph type="body" sz="quarter" idx="15" hasCustomPrompt="1"/>
          </p:nvPr>
        </p:nvSpPr>
        <p:spPr>
          <a:xfrm>
            <a:off x="578164" y="5118885"/>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8" name="Picture Placeholder 17">
            <a:extLst>
              <a:ext uri="{FF2B5EF4-FFF2-40B4-BE49-F238E27FC236}">
                <a16:creationId xmlns:a16="http://schemas.microsoft.com/office/drawing/2014/main" id="{C592B89A-95D5-4D3F-9919-D8C4397786C1}"/>
              </a:ext>
            </a:extLst>
          </p:cNvPr>
          <p:cNvSpPr>
            <a:spLocks noGrp="1"/>
          </p:cNvSpPr>
          <p:nvPr>
            <p:ph type="pic" sz="quarter" idx="24" hasCustomPrompt="1"/>
          </p:nvPr>
        </p:nvSpPr>
        <p:spPr>
          <a:xfrm>
            <a:off x="4448624"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9" name="Text Placeholder 7">
            <a:extLst>
              <a:ext uri="{FF2B5EF4-FFF2-40B4-BE49-F238E27FC236}">
                <a16:creationId xmlns:a16="http://schemas.microsoft.com/office/drawing/2014/main" id="{B44B7B59-8A0C-4D95-9D25-5E3DF480AAAB}"/>
              </a:ext>
            </a:extLst>
          </p:cNvPr>
          <p:cNvSpPr>
            <a:spLocks noGrp="1"/>
          </p:cNvSpPr>
          <p:nvPr>
            <p:ph type="body" sz="quarter" idx="25" hasCustomPrompt="1"/>
          </p:nvPr>
        </p:nvSpPr>
        <p:spPr>
          <a:xfrm>
            <a:off x="4430937"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0" name="Text Placeholder 7">
            <a:extLst>
              <a:ext uri="{FF2B5EF4-FFF2-40B4-BE49-F238E27FC236}">
                <a16:creationId xmlns:a16="http://schemas.microsoft.com/office/drawing/2014/main" id="{D867FDEA-93C7-4652-AC2F-743293039C3C}"/>
              </a:ext>
            </a:extLst>
          </p:cNvPr>
          <p:cNvSpPr>
            <a:spLocks noGrp="1"/>
          </p:cNvSpPr>
          <p:nvPr>
            <p:ph type="body" sz="quarter" idx="26" hasCustomPrompt="1"/>
          </p:nvPr>
        </p:nvSpPr>
        <p:spPr>
          <a:xfrm>
            <a:off x="4430937"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1" name="Text Placeholder 7">
            <a:extLst>
              <a:ext uri="{FF2B5EF4-FFF2-40B4-BE49-F238E27FC236}">
                <a16:creationId xmlns:a16="http://schemas.microsoft.com/office/drawing/2014/main" id="{5F3E5738-3EED-47E4-B437-5701BE83D5BB}"/>
              </a:ext>
            </a:extLst>
          </p:cNvPr>
          <p:cNvSpPr>
            <a:spLocks noGrp="1"/>
          </p:cNvSpPr>
          <p:nvPr>
            <p:ph type="body" sz="quarter" idx="27" hasCustomPrompt="1"/>
          </p:nvPr>
        </p:nvSpPr>
        <p:spPr>
          <a:xfrm>
            <a:off x="4439729"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22" name="Picture Placeholder 17">
            <a:extLst>
              <a:ext uri="{FF2B5EF4-FFF2-40B4-BE49-F238E27FC236}">
                <a16:creationId xmlns:a16="http://schemas.microsoft.com/office/drawing/2014/main" id="{565A1BAD-5C48-4C0D-AE93-5DBA70892675}"/>
              </a:ext>
            </a:extLst>
          </p:cNvPr>
          <p:cNvSpPr>
            <a:spLocks noGrp="1"/>
          </p:cNvSpPr>
          <p:nvPr>
            <p:ph type="pic" sz="quarter" idx="28" hasCustomPrompt="1"/>
          </p:nvPr>
        </p:nvSpPr>
        <p:spPr>
          <a:xfrm>
            <a:off x="8224782"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9D0302A-6B11-4359-9340-D7697342E077}"/>
              </a:ext>
            </a:extLst>
          </p:cNvPr>
          <p:cNvSpPr>
            <a:spLocks noGrp="1"/>
          </p:cNvSpPr>
          <p:nvPr>
            <p:ph type="sldNum" sz="quarter" idx="10"/>
          </p:nvPr>
        </p:nvSpPr>
        <p:spPr/>
        <p:txBody>
          <a:bodyPr/>
          <a:lstStyle/>
          <a:p>
            <a:fld id="{5CFA18E4-D58E-4B28-B105-28D9665A8EBC}" type="slidenum">
              <a:rPr lang="en-US" smtClean="0"/>
              <a:pPr/>
              <a:t>‹#›</a:t>
            </a:fld>
            <a:endParaRPr lang="en-US" dirty="0"/>
          </a:p>
        </p:txBody>
      </p:sp>
      <p:sp>
        <p:nvSpPr>
          <p:cNvPr id="4" name="Title 1">
            <a:extLst>
              <a:ext uri="{FF2B5EF4-FFF2-40B4-BE49-F238E27FC236}">
                <a16:creationId xmlns:a16="http://schemas.microsoft.com/office/drawing/2014/main" id="{4348ACEE-4D47-4395-8914-65292080F51E}"/>
              </a:ext>
            </a:extLst>
          </p:cNvPr>
          <p:cNvSpPr>
            <a:spLocks noGrp="1"/>
          </p:cNvSpPr>
          <p:nvPr>
            <p:ph type="title" hasCustomPrompt="1"/>
          </p:nvPr>
        </p:nvSpPr>
        <p:spPr>
          <a:xfrm>
            <a:off x="567039" y="342900"/>
            <a:ext cx="11062709" cy="826183"/>
          </a:xfrm>
        </p:spPr>
        <p:txBody>
          <a:bodyPr/>
          <a:lstStyle>
            <a:lvl1pPr>
              <a:defRPr lang="en-US" sz="2400" kern="1200" dirty="0">
                <a:solidFill>
                  <a:schemeClr val="tx1"/>
                </a:solidFill>
                <a:latin typeface="+mj-lt"/>
                <a:ea typeface="+mj-ea"/>
                <a:cs typeface="+mj-cs"/>
              </a:defRPr>
            </a:lvl1pPr>
          </a:lstStyle>
          <a:p>
            <a:r>
              <a:rPr lang="en-US" dirty="0"/>
              <a:t>[Presenters/Moderators/Panelists] – select a title</a:t>
            </a:r>
          </a:p>
        </p:txBody>
      </p:sp>
      <p:sp>
        <p:nvSpPr>
          <p:cNvPr id="5" name="Picture Placeholder 17">
            <a:extLst>
              <a:ext uri="{FF2B5EF4-FFF2-40B4-BE49-F238E27FC236}">
                <a16:creationId xmlns:a16="http://schemas.microsoft.com/office/drawing/2014/main" id="{13874D71-DEE4-4585-9798-1C1D387CEF03}"/>
              </a:ext>
            </a:extLst>
          </p:cNvPr>
          <p:cNvSpPr>
            <a:spLocks noGrp="1"/>
          </p:cNvSpPr>
          <p:nvPr>
            <p:ph type="pic" sz="quarter" idx="23" hasCustomPrompt="1"/>
          </p:nvPr>
        </p:nvSpPr>
        <p:spPr>
          <a:xfrm>
            <a:off x="567039"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6" name="Text Placeholder 7">
            <a:extLst>
              <a:ext uri="{FF2B5EF4-FFF2-40B4-BE49-F238E27FC236}">
                <a16:creationId xmlns:a16="http://schemas.microsoft.com/office/drawing/2014/main" id="{267613AE-2BF4-40BC-BF6A-47F974F6E966}"/>
              </a:ext>
            </a:extLst>
          </p:cNvPr>
          <p:cNvSpPr>
            <a:spLocks noGrp="1"/>
          </p:cNvSpPr>
          <p:nvPr>
            <p:ph type="body" sz="quarter" idx="13" hasCustomPrompt="1"/>
          </p:nvPr>
        </p:nvSpPr>
        <p:spPr>
          <a:xfrm>
            <a:off x="567039"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7" name="Text Placeholder 7">
            <a:extLst>
              <a:ext uri="{FF2B5EF4-FFF2-40B4-BE49-F238E27FC236}">
                <a16:creationId xmlns:a16="http://schemas.microsoft.com/office/drawing/2014/main" id="{AE90B753-E282-442B-84E7-5A7E2F8C0706}"/>
              </a:ext>
            </a:extLst>
          </p:cNvPr>
          <p:cNvSpPr>
            <a:spLocks noGrp="1"/>
          </p:cNvSpPr>
          <p:nvPr>
            <p:ph type="body" sz="quarter" idx="14" hasCustomPrompt="1"/>
          </p:nvPr>
        </p:nvSpPr>
        <p:spPr>
          <a:xfrm>
            <a:off x="567040"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8" name="Text Placeholder 7">
            <a:extLst>
              <a:ext uri="{FF2B5EF4-FFF2-40B4-BE49-F238E27FC236}">
                <a16:creationId xmlns:a16="http://schemas.microsoft.com/office/drawing/2014/main" id="{B00296E1-79C9-4288-BB0D-268520881F96}"/>
              </a:ext>
            </a:extLst>
          </p:cNvPr>
          <p:cNvSpPr>
            <a:spLocks noGrp="1"/>
          </p:cNvSpPr>
          <p:nvPr>
            <p:ph type="body" sz="quarter" idx="15" hasCustomPrompt="1"/>
          </p:nvPr>
        </p:nvSpPr>
        <p:spPr>
          <a:xfrm>
            <a:off x="575831"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9" name="Picture Placeholder 17">
            <a:extLst>
              <a:ext uri="{FF2B5EF4-FFF2-40B4-BE49-F238E27FC236}">
                <a16:creationId xmlns:a16="http://schemas.microsoft.com/office/drawing/2014/main" id="{7DCCDFBD-3BCA-4F0C-923B-9AF98CADDCDB}"/>
              </a:ext>
            </a:extLst>
          </p:cNvPr>
          <p:cNvSpPr>
            <a:spLocks noGrp="1"/>
          </p:cNvSpPr>
          <p:nvPr>
            <p:ph type="pic" sz="quarter" idx="24" hasCustomPrompt="1"/>
          </p:nvPr>
        </p:nvSpPr>
        <p:spPr>
          <a:xfrm>
            <a:off x="3448527" y="190342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0" name="Text Placeholder 7">
            <a:extLst>
              <a:ext uri="{FF2B5EF4-FFF2-40B4-BE49-F238E27FC236}">
                <a16:creationId xmlns:a16="http://schemas.microsoft.com/office/drawing/2014/main" id="{5A4BD374-EAF1-48D8-9CD4-A02D195CC8B4}"/>
              </a:ext>
            </a:extLst>
          </p:cNvPr>
          <p:cNvSpPr>
            <a:spLocks noGrp="1"/>
          </p:cNvSpPr>
          <p:nvPr>
            <p:ph type="body" sz="quarter" idx="25" hasCustomPrompt="1"/>
          </p:nvPr>
        </p:nvSpPr>
        <p:spPr>
          <a:xfrm>
            <a:off x="3448527" y="425858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A52EF8A5-21BA-476E-8BE5-9C93113CD721}"/>
              </a:ext>
            </a:extLst>
          </p:cNvPr>
          <p:cNvSpPr>
            <a:spLocks noGrp="1"/>
          </p:cNvSpPr>
          <p:nvPr>
            <p:ph type="body" sz="quarter" idx="26" hasCustomPrompt="1"/>
          </p:nvPr>
        </p:nvSpPr>
        <p:spPr>
          <a:xfrm>
            <a:off x="3454175" y="465652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2F910126-582E-45E7-ADD6-72F532C9B02F}"/>
              </a:ext>
            </a:extLst>
          </p:cNvPr>
          <p:cNvSpPr>
            <a:spLocks noGrp="1"/>
          </p:cNvSpPr>
          <p:nvPr>
            <p:ph type="body" sz="quarter" idx="27" hasCustomPrompt="1"/>
          </p:nvPr>
        </p:nvSpPr>
        <p:spPr>
          <a:xfrm>
            <a:off x="3462966" y="511870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3" name="Picture Placeholder 17">
            <a:extLst>
              <a:ext uri="{FF2B5EF4-FFF2-40B4-BE49-F238E27FC236}">
                <a16:creationId xmlns:a16="http://schemas.microsoft.com/office/drawing/2014/main" id="{825C02C8-87E5-4224-BC8C-BCD842C1C04E}"/>
              </a:ext>
            </a:extLst>
          </p:cNvPr>
          <p:cNvSpPr>
            <a:spLocks noGrp="1"/>
          </p:cNvSpPr>
          <p:nvPr>
            <p:ph type="pic" sz="quarter" idx="28" hasCustomPrompt="1"/>
          </p:nvPr>
        </p:nvSpPr>
        <p:spPr>
          <a:xfrm>
            <a:off x="6330015"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4" name="Text Placeholder 7">
            <a:extLst>
              <a:ext uri="{FF2B5EF4-FFF2-40B4-BE49-F238E27FC236}">
                <a16:creationId xmlns:a16="http://schemas.microsoft.com/office/drawing/2014/main" id="{6FFA6E76-5DE6-4F14-8C70-9B1EDBA4577B}"/>
              </a:ext>
            </a:extLst>
          </p:cNvPr>
          <p:cNvSpPr>
            <a:spLocks noGrp="1"/>
          </p:cNvSpPr>
          <p:nvPr>
            <p:ph type="body" sz="quarter" idx="29" hasCustomPrompt="1"/>
          </p:nvPr>
        </p:nvSpPr>
        <p:spPr>
          <a:xfrm>
            <a:off x="6330015" y="4259144"/>
            <a:ext cx="243585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5" name="Text Placeholder 7">
            <a:extLst>
              <a:ext uri="{FF2B5EF4-FFF2-40B4-BE49-F238E27FC236}">
                <a16:creationId xmlns:a16="http://schemas.microsoft.com/office/drawing/2014/main" id="{CDF41FE2-E444-49AC-AF04-E846336EF9C7}"/>
              </a:ext>
            </a:extLst>
          </p:cNvPr>
          <p:cNvSpPr>
            <a:spLocks noGrp="1"/>
          </p:cNvSpPr>
          <p:nvPr>
            <p:ph type="body" sz="quarter" idx="30" hasCustomPrompt="1"/>
          </p:nvPr>
        </p:nvSpPr>
        <p:spPr>
          <a:xfrm>
            <a:off x="6332519" y="4657081"/>
            <a:ext cx="2437202"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6" name="Text Placeholder 7">
            <a:extLst>
              <a:ext uri="{FF2B5EF4-FFF2-40B4-BE49-F238E27FC236}">
                <a16:creationId xmlns:a16="http://schemas.microsoft.com/office/drawing/2014/main" id="{1D326573-CDF5-4639-8BB3-A9BF21601920}"/>
              </a:ext>
            </a:extLst>
          </p:cNvPr>
          <p:cNvSpPr>
            <a:spLocks noGrp="1"/>
          </p:cNvSpPr>
          <p:nvPr>
            <p:ph type="body" sz="quarter" idx="31" hasCustomPrompt="1"/>
          </p:nvPr>
        </p:nvSpPr>
        <p:spPr>
          <a:xfrm>
            <a:off x="6341310" y="5119266"/>
            <a:ext cx="243585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
        <p:nvSpPr>
          <p:cNvPr id="17" name="Picture Placeholder 17">
            <a:extLst>
              <a:ext uri="{FF2B5EF4-FFF2-40B4-BE49-F238E27FC236}">
                <a16:creationId xmlns:a16="http://schemas.microsoft.com/office/drawing/2014/main" id="{D3BD3CB3-A08D-44E5-A7FB-5896B3A8B382}"/>
              </a:ext>
            </a:extLst>
          </p:cNvPr>
          <p:cNvSpPr>
            <a:spLocks noGrp="1"/>
          </p:cNvSpPr>
          <p:nvPr>
            <p:ph type="pic" sz="quarter" idx="32" hasCustomPrompt="1"/>
          </p:nvPr>
        </p:nvSpPr>
        <p:spPr>
          <a:xfrm>
            <a:off x="9211503" y="1903982"/>
            <a:ext cx="2194560" cy="2194560"/>
          </a:xfrm>
          <a:prstGeom prst="ellipse">
            <a:avLst/>
          </a:prstGeom>
          <a:pattFill prst="pct5">
            <a:fgClr>
              <a:schemeClr val="accent1"/>
            </a:fgClr>
            <a:bgClr>
              <a:schemeClr val="bg1"/>
            </a:bgClr>
          </a:pattFill>
          <a:ln w="38100">
            <a:solidFill>
              <a:schemeClr val="accent5"/>
            </a:solidFill>
          </a:ln>
        </p:spPr>
        <p:txBody>
          <a:bodyPr vert="horz" lIns="0" tIns="0" rIns="0" bIns="0" rtlCol="0" anchor="ctr">
            <a:noAutofit/>
          </a:bodyPr>
          <a:lstStyle>
            <a:lvl1pPr>
              <a:defRPr lang="en-US" b="1" dirty="0"/>
            </a:lvl1pPr>
          </a:lstStyle>
          <a:p>
            <a:pPr marL="0" lvl="0" indent="0" algn="ctr">
              <a:buNone/>
            </a:pPr>
            <a:r>
              <a:rPr lang="en-US" dirty="0"/>
              <a:t>Click to add portrait photo or remove</a:t>
            </a:r>
          </a:p>
        </p:txBody>
      </p:sp>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pic>
        <p:nvPicPr>
          <p:cNvPr id="4" name="Picture 3" descr="A black background with red text&#10;&#10;AI-generated content may be incorrect.">
            <a:extLst>
              <a:ext uri="{FF2B5EF4-FFF2-40B4-BE49-F238E27FC236}">
                <a16:creationId xmlns:a16="http://schemas.microsoft.com/office/drawing/2014/main" id="{E1F2701C-8C67-AC6C-D70E-A8CC1E78FB0A}"/>
              </a:ext>
            </a:extLst>
          </p:cNvPr>
          <p:cNvPicPr>
            <a:picLocks noChangeAspect="1"/>
          </p:cNvPicPr>
          <p:nvPr userDrawn="1"/>
        </p:nvPicPr>
        <p:blipFill>
          <a:stretch>
            <a:fillRect/>
          </a:stretch>
        </p:blipFill>
        <p:spPr>
          <a:xfrm>
            <a:off x="567039" y="6395945"/>
            <a:ext cx="762002" cy="365761"/>
          </a:xfrm>
          <a:prstGeom prst="rect">
            <a:avLst/>
          </a:prstGeom>
        </p:spPr>
      </p:pic>
    </p:spTree>
    <p:extLst>
      <p:ext uri="{BB962C8B-B14F-4D97-AF65-F5344CB8AC3E}">
        <p14:creationId xmlns:p14="http://schemas.microsoft.com/office/powerpoint/2010/main" val="2988930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pic>
        <p:nvPicPr>
          <p:cNvPr id="2" name="Picture 1" descr="A black background with red text&#10;&#10;AI-generated content may be incorrect.">
            <a:extLst>
              <a:ext uri="{FF2B5EF4-FFF2-40B4-BE49-F238E27FC236}">
                <a16:creationId xmlns:a16="http://schemas.microsoft.com/office/drawing/2014/main" id="{7E6371FB-9427-CA33-5F3B-8EACB8A3B9F0}"/>
              </a:ext>
            </a:extLst>
          </p:cNvPr>
          <p:cNvPicPr>
            <a:picLocks noChangeAspect="1"/>
          </p:cNvPicPr>
          <p:nvPr userDrawn="1"/>
        </p:nvPicPr>
        <p:blipFill>
          <a:stretch>
            <a:fillRect/>
          </a:stretch>
        </p:blipFill>
        <p:spPr>
          <a:xfrm>
            <a:off x="567039" y="6395945"/>
            <a:ext cx="762002" cy="365761"/>
          </a:xfrm>
          <a:prstGeom prst="rect">
            <a:avLst/>
          </a:prstGeom>
        </p:spPr>
      </p:pic>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est Mast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 id="2147483056" r:id="rId56"/>
    <p:sldLayoutId id="2147483057" r:id="rId57"/>
    <p:sldLayoutId id="2147483058" r:id="rId58"/>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9144000" cy="0"/>
          </a:xfrm>
          <a:prstGeom prst="rect">
            <a:avLst/>
          </a:prstGeom>
          <a:noFill/>
          <a:ln/>
        </p:spPr>
        <p:txBody>
          <a:bodyPr wrap="square" rtlCol="0" anchor="ctr"/>
          <a:lstStyle/>
          <a:p>
            <a:pPr indent="0" marL="0">
              <a:buNone/>
            </a:pPr>
            <a:r>
              <a:rPr lang="en-US" sz="2400" dirty="0">
                <a:solidFill>
                  <a:srgbClr val="000000"/>
                </a:solidFill>
              </a:rPr>
              <a:t>Test</a:t>
            </a:r>
            <a:endParaRPr lang="en-US" sz="2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