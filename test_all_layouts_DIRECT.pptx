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customXml" Target="../customXml/item1.xml"/><Relationship Id="rId65" Type="http://schemas.openxmlformats.org/officeDocument/2006/relationships/customXml" Target="../customXml/item2.xml"/><Relationship Id="rId66"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4.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 Content - no subtitle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 Content w/Sub-headline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 Content w 2 Line Title and Sub-headline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 Two Content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 Two Content + Subtitles </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6: Content 4 Columns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7: Content 5 Columns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8: Content with Sidebar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9: Title Only</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10: Blank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11: Content + Image/Icon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12: Content + Photo White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13: Content + Photo Black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14: Content + Photo Blue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15: ~        </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16: Icons 3 Columns Vertical</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17: Icons 3 Columns Horizontal</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18: Icons 4 Columns + Content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19: Icons 4 Columns + Content Black</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20: Icons 4 Columns + Content Blue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21: Icons 2 x 3 Columns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22: ~     </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23: Content + Chart/Table 1</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24: Chart - Horizontal 2</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25: Chart + Statement 2</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26: Chart + Statement 3</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27: ~   </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28: Statement Photo</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29: Statement Black</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30: Statement White</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31: ~</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32: Section Header</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33: Divider 4 Photo</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34: Divider 1</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35: Divider 2</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36: ~  </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37: Two Placeholders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38: Three Placeholders 1</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39: Three Placeholders 2</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40: Three Placeholders 3</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41: Four Placeholders</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42: ~ </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43: Title Image Bottom</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44: Title White - reports and presentations (hIHS)</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45: ~         </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46: Divider Photo 2</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47: Agenda - presentations</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48: TOC - reports</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49: ~          </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50: Single Author</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51: 2 Authors</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52: 3 Authors</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53: 4 Authors</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54: ~           </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55: Energy</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56: Companies &amp;amp; Transactions</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1800" b="1" dirty="0">
                <a:solidFill>
                  <a:srgbClr val="000000"/>
                </a:solidFill>
              </a:rPr>
              <a:t>Slide 57: ~    </a:t>
            </a:r>
            <a:endParaRPr lang="en-US" sz="18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