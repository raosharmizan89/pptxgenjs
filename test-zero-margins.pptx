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customXml" Target="../customXml/item1.xml"/><Relationship Id="rId9" Type="http://schemas.openxmlformats.org/officeDocument/2006/relationships/customXml" Target="../customXml/item2.xml"/><Relationship Id="rId10"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1.xml><?xml version="1.0" encoding="UTF-8" standalone="yes"?>
<p:sldLayout xmlns:a="http://schemas.openxmlformats.org/drawingml/2006/main" xmlns:r="http://schemas.openxmlformats.org/officeDocument/2006/relationships" xmlns:p="http://schemas.openxmlformats.org/presentationml/2006/main" preserve="1" userDrawn="1"><p:cSld name="Content + Photo Black"><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165650854"/></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2.xml><?xml version="1.0" encoding="UTF-8" standalone="yes"?>
<p:sldLayout xmlns:a="http://schemas.openxmlformats.org/drawingml/2006/main" xmlns:r="http://schemas.openxmlformats.org/officeDocument/2006/relationships" xmlns:p="http://schemas.openxmlformats.org/presentationml/2006/main" preserve="1" userDrawn="1"><p:cSld name="Content + Photo Blue"><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016961979"/></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6.xml><?xml version="1.0" encoding="UTF-8" standalone="yes"?>
<p:sldLayout xmlns:a="http://schemas.openxmlformats.org/drawingml/2006/main" xmlns:r="http://schemas.openxmlformats.org/officeDocument/2006/relationships" xmlns:p="http://schemas.openxmlformats.org/presentationml/2006/main" preserve="1" userDrawn="1"><p:cSld name="Statement Photo"><p:spTree><p:nvGrpSpPr><p:cNvPr id="1" name=""/><p:cNvGrpSpPr/><p:nvPr/></p:nvGrpSpPr><p:grpSpPr><a:xfrm><a:off x="0" y="0"/><a:ext cx="0" cy="0"/><a:chOff x="0" y="0"/><a:chExt cx="0" cy="0"/></a:xfrm></p:grpSpPr><p:sp><p:nvSpPr><p:cNvPr id="5" name="Slide Number Placeholder 4"><a:extLst><a:ext uri="{FF2B5EF4-FFF2-40B4-BE49-F238E27FC236}"><a16:creationId xmlns:a16="http://schemas.microsoft.com/office/drawing/2014/main" id="{3FAE9242-AE57-42CB-99F5-9AFC9B96251A}"/></a:ext></a:extLst></p:cNvPr><p:cNvSpPr><a:spLocks noGrp="1"/></p:cNvSpPr><p:nvPr><p:ph type="sldNum" sz="quarter" idx="12"/></p:nvPr></p:nvSpPr><p:spPr/><p:txBody><a:bodyPr/><a:lstStyle><a:lvl1pPr><a:defRPr><a:solidFill><a:schemeClr val="bg1"/></a:solidFill></a:defRPr></a:lvl1pPr></a:lstStyle><a:p><a:fld id="{5CFA18E4-D58E-4B28-B105-28D9665A8EBC}" type="slidenum"><a:rPr lang="en-US" smtClean="0"/><a:pPr/><a:t>‹#›</a:t></a:fld><a:endParaRPr lang="en-US" dirty="0"/></a:p></p:txBody></p:sp><p:sp><p:nvSpPr><p:cNvPr id="8" name="Picture Placeholder 7"><a:extLst><a:ext uri="{FF2B5EF4-FFF2-40B4-BE49-F238E27FC236}"><a16:creationId xmlns:a16="http://schemas.microsoft.com/office/drawing/2014/main" id="{BF7B47CD-8901-46EE-AB48-D0A3C468D400}"/></a:ext><a:ext uri="{C183D7F6-B498-43B3-948B-1728B52AA6E4}"><adec:decorative xmlns:adec="http://schemas.microsoft.com/office/drawing/2017/decorative" val="0"/></a:ext></a:extLst></p:cNvPr><p:cNvSpPr><a:spLocks noGrp="1"/></p:cNvSpPr><p:nvPr><p:ph type="pic" sz="quarter" idx="13" hasCustomPrompt="1"/></p:nvPr></p:nvSpPr><p:spPr><a:xfrm><a:off x="0" y="0"/><a:ext cx="12192000" cy="6858000"/></a:xfrm><a:prstGeom prst="rect"><a:avLst/></a:prstGeom><a:stretch><a:fillRect/></a:stretch></p:blipFill><p:spPr><a:xfrm><a:off x="573308" y="6390576"/><a:ext cx="762002" cy="365761"/></a:xfrm><a:prstGeom prst="rect"><a:avLst/></a:prstGeom></p:spPr></p:pic></p:spTree><p:extLst><p:ext uri="{BB962C8B-B14F-4D97-AF65-F5344CB8AC3E}"><p14:creationId xmlns:p14="http://schemas.microsoft.com/office/powerpoint/2010/main" val="56521050"/></p:ext></p:extLst></p:cSld><p:clrMapOvr><a:masterClrMapping/></p:clrMapOvr></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Zero Margin Tes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18465" y="295351"/>
            <a:ext cx="10116007" cy="772668"/>
          </a:xfrm>
          <a:prstGeom prst="rect">
            <a:avLst/>
          </a:prstGeom>
          <a:noFill/>
          <a:ln/>
        </p:spPr>
        <p:txBody>
          <a:bodyPr wrap="square" lIns="0" tIns="0" rIns="0" bIns="0" rtlCol="0"/>
          <a:lstStyle>
            <a:lvl1pPr indent="0" marL="0">
              <a:buNone/>
              <a:defRPr lang="en-US" sz="4000" b="1" dirty="0"/>
            </a:lvl1pPr>
          </a:lstStyle>
          <a:p>
            <a:pPr indent="0" marL="0">
              <a:buNone/>
            </a:pPr>
            <a:r>
              <a:rPr lang="en-US" sz="4000" b="1" dirty="0">
                <a:solidFill>
                  <a:srgbClr val="000000"/>
                </a:solidFill>
              </a:rPr>
              <a:t>Title Placeholder</a:t>
            </a:r>
            <a:endParaRPr lang="en-US" sz="4000" dirty="0"/>
          </a:p>
        </p:txBody>
      </p:sp>
      <p:sp>
        <p:nvSpPr>
          <p:cNvPr id="3" name="Text 0"/>
          <p:cNvSpPr/>
          <p:nvPr>
            <p:ph idx="101" type="body" hasCustomPrompt="1"/>
          </p:nvPr>
        </p:nvSpPr>
        <p:spPr>
          <a:xfrm>
            <a:off x="518465" y="1178662"/>
            <a:ext cx="10116922" cy="3896258"/>
          </a:xfrm>
          <a:prstGeom prst="rect">
            <a:avLst/>
          </a:prstGeom>
          <a:noFill/>
          <a:ln/>
        </p:spPr>
        <p:txBody>
          <a:bodyPr wrap="square" lIns="0" tIns="0" rIns="0" bIns="0" rtlCol="0"/>
          <a:lstStyle>
            <a:lvl1pPr indent="0" marL="0">
              <a:buNone/>
              <a:defRPr lang="en-US" sz="1800" dirty="0"/>
            </a:lvl1pPr>
          </a:lstStyle>
          <a:p>
            <a:pPr indent="0" marL="0">
              <a:buNone/>
            </a:pPr>
            <a:r>
              <a:rPr lang="en-US" sz="1800" dirty="0">
                <a:solidFill>
                  <a:srgbClr val="000000"/>
                </a:solidFill>
              </a:rPr>
              <a:t>Body Placeholder</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18465" y="295351"/>
            <a:ext cx="10116007" cy="772668"/>
          </a:xfrm>
          <a:prstGeom prst="rect">
            <a:avLst/>
          </a:prstGeom>
          <a:noFill/>
          <a:ln/>
        </p:spPr>
        <p:txBody>
          <a:bodyPr wrap="square" lIns="0" tIns="0" rIns="0" bIns="0" rtlCol="0"/>
          <a:lstStyle/>
          <a:p>
            <a:pPr indent="0" marL="0">
              <a:buNone/>
            </a:pPr>
            <a:r>
              <a:rPr lang="en-US" sz="4000" b="1" dirty="0"/>
              <a:t>Test Title</a:t>
            </a:r>
            <a:endParaRPr lang="en-US" sz="4000" dirty="0"/>
          </a:p>
        </p:txBody>
      </p:sp>
      <p:sp>
        <p:nvSpPr>
          <p:cNvPr id="3" name="Text 0"/>
          <p:cNvSpPr/>
          <p:nvPr>
            <p:ph idx="101" type="body" hasCustomPrompt="1"/>
          </p:nvPr>
        </p:nvSpPr>
        <p:spPr>
          <a:xfrm>
            <a:off x="518465" y="1178662"/>
            <a:ext cx="10116922" cy="3896258"/>
          </a:xfrm>
          <a:prstGeom prst="rect">
            <a:avLst/>
          </a:prstGeom>
          <a:noFill/>
          <a:ln/>
        </p:spPr>
        <p:txBody>
          <a:bodyPr wrap="square" lIns="0" tIns="0" rIns="0" bIns="0" rtlCol="0"/>
          <a:lstStyle/>
          <a:p>
            <a:pPr indent="0" marL="0">
              <a:buNone/>
            </a:pPr>
            <a:r>
              <a:rPr lang="en-US" sz="1800" dirty="0"/>
              <a:t>Test body content</a:t>
            </a:r>
            <a:endParaRPr lang="en-US" sz="18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ppt/theme/theme2.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38ba66c5-cb93-4627-974e-dc0680a5f241" xsi:nil="true"/>
    <Trainingvideo xmlns="38ba66c5-cb93-4627-974e-dc0680a5f241">
      <Url xsi:nil="true"/>
      <Description xsi:nil="true"/>
    </Trainingvideo>
    <IconOverlay xmlns="http://schemas.microsoft.com/sharepoint/v4" xsi:nil="true"/>
    <Additionallinks xmlns="38ba66c5-cb93-4627-974e-dc0680a5f241">
      <Url xsi:nil="true"/>
      <Description xsi:nil="true"/>
    </Additionallinks>
    <Writtenhandout_x002f_checklist xmlns="38ba66c5-cb93-4627-974e-dc0680a5f241">
      <Url xsi:nil="true"/>
      <Description xsi:nil="true"/>
    </Writtenhandout_x002f_checklis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EE4FBF6D5A19429BAECE3910427730" ma:contentTypeVersion="12" ma:contentTypeDescription="Create a new document." ma:contentTypeScope="" ma:versionID="8cd689363ba5e17e477e3e69a97e95e0">
  <xsd:schema xmlns:xsd="http://www.w3.org/2001/XMLSchema" xmlns:xs="http://www.w3.org/2001/XMLSchema" xmlns:p="http://schemas.microsoft.com/office/2006/metadata/properties" xmlns:ns2="38ba66c5-cb93-4627-974e-dc0680a5f241" xmlns:ns3="d4f8375b-f15c-4c4c-836f-2d3f5e6eb6c5" xmlns:ns4="http://schemas.microsoft.com/sharepoint/v4" xmlns:ns5="8a08930f-83b0-49d0-84f7-00832a30247f" targetNamespace="http://schemas.microsoft.com/office/2006/metadata/properties" ma:root="true" ma:fieldsID="3a869747ebf997af8b9bafe36fdfe0e7" ns2:_="" ns3:_="" ns4:_="" ns5:_="">
    <xsd:import namespace="38ba66c5-cb93-4627-974e-dc0680a5f241"/>
    <xsd:import namespace="d4f8375b-f15c-4c4c-836f-2d3f5e6eb6c5"/>
    <xsd:import namespace="http://schemas.microsoft.com/sharepoint/v4"/>
    <xsd:import namespace="8a08930f-83b0-49d0-84f7-00832a30247f"/>
    <xsd:element name="properties">
      <xsd:complexType>
        <xsd:sequence>
          <xsd:element name="documentManagement">
            <xsd:complexType>
              <xsd:all>
                <xsd:element ref="ns2:MediaServiceMetadata" minOccurs="0"/>
                <xsd:element ref="ns2:MediaServiceFastMetadata" minOccurs="0"/>
                <xsd:element ref="ns2:Notes" minOccurs="0"/>
                <xsd:element ref="ns3:SharedWithUsers" minOccurs="0"/>
                <xsd:element ref="ns3:SharedWithDetails" minOccurs="0"/>
                <xsd:element ref="ns2:MediaServiceSearchProperties" minOccurs="0"/>
                <xsd:element ref="ns2:MediaServiceDateTaken" minOccurs="0"/>
                <xsd:element ref="ns2:MediaLengthInSeconds" minOccurs="0"/>
                <xsd:element ref="ns2:Trainingvideo" minOccurs="0"/>
                <xsd:element ref="ns2:Writtenhandout_x002f_checklist" minOccurs="0"/>
                <xsd:element ref="ns2:Additionallinks" minOccurs="0"/>
                <xsd:element ref="ns4:IconOverlay" minOccurs="0"/>
                <xsd:element ref="ns5:MediaServiceObjectDetectorVersions"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ba66c5-cb93-4627-974e-dc0680a5f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0" nillable="true" ma:displayName="Notes" ma:description="IMPORTANT: Please note that version numbers in this video may be outdated as we continue to fix bugs and make improvements. You´ll always find the most up to date version on this SharePoint page." ma:format="Dropdown" ma:internalName="Notes">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Trainingvideo" ma:index="16" nillable="true" ma:displayName="Training video" ma:format="Hyperlink" ma:internalName="Trainingvideo">
      <xsd:complexType>
        <xsd:complexContent>
          <xsd:extension base="dms:URL">
            <xsd:sequence>
              <xsd:element name="Url" type="dms:ValidUrl" minOccurs="0" nillable="true"/>
              <xsd:element name="Description" type="xsd:string" nillable="true"/>
            </xsd:sequence>
          </xsd:extension>
        </xsd:complexContent>
      </xsd:complexType>
    </xsd:element>
    <xsd:element name="Writtenhandout_x002f_checklist" ma:index="17" nillable="true" ma:displayName="Written handout" ma:format="Image" ma:internalName="Writtenhandout_x002f_checklist">
      <xsd:complexType>
        <xsd:complexContent>
          <xsd:extension base="dms:URL">
            <xsd:sequence>
              <xsd:element name="Url" type="dms:ValidUrl" minOccurs="0" nillable="true"/>
              <xsd:element name="Description" type="xsd:string" nillable="true"/>
            </xsd:sequence>
          </xsd:extension>
        </xsd:complexContent>
      </xsd:complexType>
    </xsd:element>
    <xsd:element name="Additionallinks" ma:index="18" nillable="true" ma:displayName="Useful link" ma:format="Image" ma:internalName="Additionallink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f8375b-f15c-4c4c-836f-2d3f5e6eb6c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08930f-83b0-49d0-84f7-00832a30247f" elementFormDefault="qualified">
    <xsd:import namespace="http://schemas.microsoft.com/office/2006/documentManagement/types"/>
    <xsd:import namespace="http://schemas.microsoft.com/office/infopath/2007/PartnerControls"/>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BA47C7-53D1-4E5D-BD7E-65E7F707CBD7}">
  <ds:schemaRefs>
    <ds:schemaRef ds:uri="http://schemas.microsoft.com/office/2006/metadata/properties"/>
    <ds:schemaRef ds:uri="http://schemas.microsoft.com/office/infopath/2007/PartnerControls"/>
    <ds:schemaRef ds:uri="a7b088f9-5bd5-4bdb-b5bc-dcadbd2c3ab5"/>
    <ds:schemaRef ds:uri="01a85018-e850-4e17-bfd2-3567c6643c53"/>
    <ds:schemaRef ds:uri="38ba66c5-cb93-4627-974e-dc0680a5f241"/>
    <ds:schemaRef ds:uri="http://schemas.microsoft.com/sharepoint/v4"/>
  </ds:schemaRefs>
</ds:datastoreItem>
</file>

<file path=customXml/itemProps2.xml><?xml version="1.0" encoding="utf-8"?>
<ds:datastoreItem xmlns:ds="http://schemas.openxmlformats.org/officeDocument/2006/customXml" ds:itemID="{89601348-A7A2-41AF-8D98-9AEF97B74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ba66c5-cb93-4627-974e-dc0680a5f241"/>
    <ds:schemaRef ds:uri="d4f8375b-f15c-4c4c-836f-2d3f5e6eb6c5"/>
    <ds:schemaRef ds:uri="http://schemas.microsoft.com/sharepoint/v4"/>
    <ds:schemaRef ds:uri="8a08930f-83b0-49d0-84f7-00832a3024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