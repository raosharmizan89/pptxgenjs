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customXml" Target="../customXml/item1.xml"/><Relationship Id="rId9" Type="http://schemas.openxmlformats.org/officeDocument/2006/relationships/customXml" Target="../customXml/item2.xml"/><Relationship Id="rId10" Type="http://schemas.openxmlformats.org/officeDocument/2006/relationships/customXml" Target="../customXml/item3.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w 2 Line Title and Sub-headlin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68271-2A9D-4952-80BC-4A10FA385C0C}"/>
              </a:ext>
            </a:extLst>
          </p:cNvPr>
          <p:cNvSpPr>
            <a:spLocks noGrp="1"/>
          </p:cNvSpPr>
          <p:nvPr>
            <p:ph type="ftr" sz="quarter" idx="20"/>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9F6A52D2-B831-4A7E-B79F-CA60DD5AFA5B}"/>
              </a:ext>
            </a:extLst>
          </p:cNvPr>
          <p:cNvSpPr>
            <a:spLocks noGrp="1"/>
          </p:cNvSpPr>
          <p:nvPr>
            <p:ph type="title" hasCustomPrompt="1"/>
          </p:nvPr>
        </p:nvSpPr>
        <p:spPr>
          <a:xfrm>
            <a:off x="567039" y="342900"/>
            <a:ext cx="11062709" cy="826477"/>
          </a:xfrm>
        </p:spPr>
        <p:txBody>
          <a:bodyPr/>
          <a:lstStyle/>
          <a:p>
            <a:r>
              <a:rPr lang="en-US" dirty="0"/>
              <a:t>[Headline]</a:t>
            </a:r>
          </a:p>
        </p:txBody>
      </p:sp>
      <p:sp>
        <p:nvSpPr>
          <p:cNvPr id="8" name="Sub-headline">
            <a:extLst>
              <a:ext uri="{FF2B5EF4-FFF2-40B4-BE49-F238E27FC236}">
                <a16:creationId xmlns:a16="http://schemas.microsoft.com/office/drawing/2014/main" id="{D212CF22-B0A8-44E6-9016-A098DED0B9DC}"/>
              </a:ext>
            </a:extLst>
          </p:cNvPr>
          <p:cNvSpPr>
            <a:spLocks noGrp="1"/>
          </p:cNvSpPr>
          <p:nvPr>
            <p:ph type="body" sz="quarter" idx="13" hasCustomPrompt="1"/>
          </p:nvPr>
        </p:nvSpPr>
        <p:spPr>
          <a:xfrm>
            <a:off x="567039" y="1262525"/>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1" name="Content Placeholder 2">
            <a:extLst>
              <a:ext uri="{FF2B5EF4-FFF2-40B4-BE49-F238E27FC236}">
                <a16:creationId xmlns:a16="http://schemas.microsoft.com/office/drawing/2014/main" id="{3E5ACEF0-A41E-43CA-95FB-8893A51AFE9C}"/>
              </a:ext>
            </a:extLst>
          </p:cNvPr>
          <p:cNvSpPr>
            <a:spLocks noGrp="1"/>
          </p:cNvSpPr>
          <p:nvPr>
            <p:ph sz="quarter" idx="17" hasCustomPrompt="1"/>
          </p:nvPr>
        </p:nvSpPr>
        <p:spPr>
          <a:xfrm>
            <a:off x="567038" y="1638300"/>
            <a:ext cx="11067749" cy="3962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2AC03367-3865-46D6-B5A4-164C77CEC65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26644003"/>
      </p:ext>
    </p:extLst>
  </p:cSld>
  <p:clrMapOvr>
    <a:masterClrMapping/>
  </p:clrMapOvr>
  <p:extLst>
    <p:ext uri="{DCECCB84-F9BA-43D5-87BE-67443E8EF086}">
      <p15:sldGuideLst xmlns:p15="http://schemas.microsoft.com/office/powerpoint/2012/main">
        <p15:guide id="1" orient="horz" pos="1032" userDrawn="1">
          <p15:clr>
            <a:srgbClr val="FBAE40"/>
          </p15:clr>
        </p15:guide>
        <p15:guide id="2" orient="horz" pos="35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C2D41B5-9D75-401F-A700-D560FB70E174}"/>
              </a:ext>
            </a:extLst>
          </p:cNvPr>
          <p:cNvSpPr>
            <a:spLocks noGrp="1"/>
          </p:cNvSpPr>
          <p:nvPr>
            <p:ph type="ftr" sz="quarter" idx="22"/>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4" name="Title 6">
            <a:extLst>
              <a:ext uri="{FF2B5EF4-FFF2-40B4-BE49-F238E27FC236}">
                <a16:creationId xmlns:a16="http://schemas.microsoft.com/office/drawing/2014/main" id="{5EA2658C-4D1F-4341-9FB3-AE639A5B7A6D}"/>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E1A85031-5F0D-460E-8199-AA7813EBCC9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8C01F00E-9845-424A-8079-B7849E9BF557}"/>
              </a:ext>
            </a:extLst>
          </p:cNvPr>
          <p:cNvSpPr>
            <a:spLocks noGrp="1"/>
          </p:cNvSpPr>
          <p:nvPr>
            <p:ph sz="quarter" idx="19"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4E7C4A77-7AC4-4038-B240-8D9582AC63B0}"/>
              </a:ext>
            </a:extLst>
          </p:cNvPr>
          <p:cNvSpPr>
            <a:spLocks noGrp="1"/>
          </p:cNvSpPr>
          <p:nvPr>
            <p:ph sz="quarter" idx="20" hasCustomPrompt="1"/>
          </p:nvPr>
        </p:nvSpPr>
        <p:spPr>
          <a:xfrm>
            <a:off x="6600547" y="1257300"/>
            <a:ext cx="502920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1265A9EC-4B54-4E71-9950-83F2CC078114}"/>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2773352"/>
      </p:ext>
    </p:extLst>
  </p:cSld>
  <p:clrMapOvr>
    <a:masterClrMapping/>
  </p:clrMapOvr>
  <p:extLst>
    <p:ext uri="{DCECCB84-F9BA-43D5-87BE-67443E8EF086}">
      <p15:sldGuideLst xmlns:p15="http://schemas.microsoft.com/office/powerpoint/2012/main">
        <p15:guide id="3" orient="horz" pos="792" userDrawn="1">
          <p15:clr>
            <a:srgbClr val="FBAE40"/>
          </p15:clr>
        </p15:guide>
        <p15:guide id="4" orient="horz" pos="352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 Subtitles ">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18551D-791B-450D-BD0F-4EEC0603C07D}"/>
              </a:ext>
            </a:extLst>
          </p:cNvPr>
          <p:cNvSpPr>
            <a:spLocks noGrp="1"/>
          </p:cNvSpPr>
          <p:nvPr>
            <p:ph type="ftr" sz="quarter" idx="24"/>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58A82081-6A70-4E53-9668-8A704A416147}"/>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EDB95B89-2A33-48DD-AC3B-313AD82CB61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56703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4" name="Content Placeholder 2">
            <a:extLst>
              <a:ext uri="{FF2B5EF4-FFF2-40B4-BE49-F238E27FC236}">
                <a16:creationId xmlns:a16="http://schemas.microsoft.com/office/drawing/2014/main" id="{FD4842E1-8DB4-4D2D-8B37-7306DA8AA400}"/>
              </a:ext>
            </a:extLst>
          </p:cNvPr>
          <p:cNvSpPr>
            <a:spLocks noGrp="1"/>
          </p:cNvSpPr>
          <p:nvPr>
            <p:ph sz="quarter" idx="22" hasCustomPrompt="1"/>
          </p:nvPr>
        </p:nvSpPr>
        <p:spPr>
          <a:xfrm>
            <a:off x="567038" y="1647590"/>
            <a:ext cx="5029200" cy="3915009"/>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6602078" y="1273308"/>
            <a:ext cx="5029200" cy="278706"/>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18" name="Content Placeholder 2">
            <a:extLst>
              <a:ext uri="{FF2B5EF4-FFF2-40B4-BE49-F238E27FC236}">
                <a16:creationId xmlns:a16="http://schemas.microsoft.com/office/drawing/2014/main" id="{66F8253E-1094-4CA9-B5AB-E7D20AD42CF3}"/>
              </a:ext>
            </a:extLst>
          </p:cNvPr>
          <p:cNvSpPr>
            <a:spLocks noGrp="1"/>
          </p:cNvSpPr>
          <p:nvPr>
            <p:ph sz="quarter" idx="20" hasCustomPrompt="1"/>
          </p:nvPr>
        </p:nvSpPr>
        <p:spPr>
          <a:xfrm>
            <a:off x="6602078" y="1647590"/>
            <a:ext cx="5029200" cy="3915011"/>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note">
            <a:extLst>
              <a:ext uri="{FF2B5EF4-FFF2-40B4-BE49-F238E27FC236}">
                <a16:creationId xmlns:a16="http://schemas.microsoft.com/office/drawing/2014/main" id="{EC8D25E1-630B-4946-B6B3-50E82479777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143694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7AD1F87-EF68-4B82-B281-A492E4EB948A}"/>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2EFAA073-8240-4C6D-8D47-1612D459C33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0"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3395078"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3395077"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6231355"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6231354"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9067631" y="1261872"/>
            <a:ext cx="2560320"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9067631" y="1803659"/>
            <a:ext cx="2560320"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18" name="Footnote">
            <a:extLst>
              <a:ext uri="{FF2B5EF4-FFF2-40B4-BE49-F238E27FC236}">
                <a16:creationId xmlns:a16="http://schemas.microsoft.com/office/drawing/2014/main" id="{ECA1AF56-EBF3-4BA2-BE51-E2712FF6CFC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5911752"/>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5 Column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8C1FB7-A846-4204-8CEA-AC3CFF89BDC9}"/>
              </a:ext>
            </a:extLst>
          </p:cNvPr>
          <p:cNvSpPr>
            <a:spLocks noGrp="1"/>
          </p:cNvSpPr>
          <p:nvPr>
            <p:ph type="ftr" sz="quarter" idx="3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35" name="Title 6">
            <a:extLst>
              <a:ext uri="{FF2B5EF4-FFF2-40B4-BE49-F238E27FC236}">
                <a16:creationId xmlns:a16="http://schemas.microsoft.com/office/drawing/2014/main" id="{3DE2B13A-4728-4D28-B252-5AC74A85D744}"/>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9" name="Sub-headline">
            <a:extLst>
              <a:ext uri="{FF2B5EF4-FFF2-40B4-BE49-F238E27FC236}">
                <a16:creationId xmlns:a16="http://schemas.microsoft.com/office/drawing/2014/main" id="{69FB779E-C080-4729-854B-F8289471D6AC}"/>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20" name="Subtitle Left">
            <a:extLst>
              <a:ext uri="{FF2B5EF4-FFF2-40B4-BE49-F238E27FC236}">
                <a16:creationId xmlns:a16="http://schemas.microsoft.com/office/drawing/2014/main" id="{1100B900-C5D3-47E6-B07C-F64665097B85}"/>
              </a:ext>
            </a:extLst>
          </p:cNvPr>
          <p:cNvSpPr>
            <a:spLocks noGrp="1"/>
          </p:cNvSpPr>
          <p:nvPr>
            <p:ph type="body" sz="quarter" idx="16" hasCustomPrompt="1"/>
          </p:nvPr>
        </p:nvSpPr>
        <p:spPr>
          <a:xfrm>
            <a:off x="558801" y="1261872"/>
            <a:ext cx="2038238"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9" name="Text Placeholder 7">
            <a:extLst>
              <a:ext uri="{FF2B5EF4-FFF2-40B4-BE49-F238E27FC236}">
                <a16:creationId xmlns:a16="http://schemas.microsoft.com/office/drawing/2014/main" id="{C3974BE8-A7E1-4699-8477-65E1DA07C859}"/>
              </a:ext>
            </a:extLst>
          </p:cNvPr>
          <p:cNvSpPr>
            <a:spLocks noGrp="1"/>
          </p:cNvSpPr>
          <p:nvPr>
            <p:ph type="body" sz="quarter" idx="24" hasCustomPrompt="1"/>
          </p:nvPr>
        </p:nvSpPr>
        <p:spPr>
          <a:xfrm>
            <a:off x="55880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4" name="Subtitle Left Middle">
            <a:extLst>
              <a:ext uri="{FF2B5EF4-FFF2-40B4-BE49-F238E27FC236}">
                <a16:creationId xmlns:a16="http://schemas.microsoft.com/office/drawing/2014/main" id="{19F653FA-A9BA-497A-A83F-D117941654E1}"/>
              </a:ext>
            </a:extLst>
          </p:cNvPr>
          <p:cNvSpPr>
            <a:spLocks noGrp="1"/>
          </p:cNvSpPr>
          <p:nvPr>
            <p:ph type="body" sz="quarter" idx="17" hasCustomPrompt="1"/>
          </p:nvPr>
        </p:nvSpPr>
        <p:spPr>
          <a:xfrm>
            <a:off x="2819483"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7" name="Text Placeholder 7">
            <a:extLst>
              <a:ext uri="{FF2B5EF4-FFF2-40B4-BE49-F238E27FC236}">
                <a16:creationId xmlns:a16="http://schemas.microsoft.com/office/drawing/2014/main" id="{4A722BFE-0050-4972-B7CE-C4405F024346}"/>
              </a:ext>
            </a:extLst>
          </p:cNvPr>
          <p:cNvSpPr>
            <a:spLocks noGrp="1"/>
          </p:cNvSpPr>
          <p:nvPr>
            <p:ph type="body" sz="quarter" idx="25" hasCustomPrompt="1"/>
          </p:nvPr>
        </p:nvSpPr>
        <p:spPr>
          <a:xfrm>
            <a:off x="281931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6" name="Subtitle Middle">
            <a:extLst>
              <a:ext uri="{FF2B5EF4-FFF2-40B4-BE49-F238E27FC236}">
                <a16:creationId xmlns:a16="http://schemas.microsoft.com/office/drawing/2014/main" id="{C67D1831-D469-4022-AC57-0C8E07B415FD}"/>
              </a:ext>
            </a:extLst>
          </p:cNvPr>
          <p:cNvSpPr>
            <a:spLocks noGrp="1"/>
          </p:cNvSpPr>
          <p:nvPr>
            <p:ph type="body" sz="quarter" idx="19" hasCustomPrompt="1"/>
          </p:nvPr>
        </p:nvSpPr>
        <p:spPr>
          <a:xfrm>
            <a:off x="5077991"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8" name="Text Placeholder 7">
            <a:extLst>
              <a:ext uri="{FF2B5EF4-FFF2-40B4-BE49-F238E27FC236}">
                <a16:creationId xmlns:a16="http://schemas.microsoft.com/office/drawing/2014/main" id="{F6CB5D78-D81A-4133-8C2C-5B5D05482A5B}"/>
              </a:ext>
            </a:extLst>
          </p:cNvPr>
          <p:cNvSpPr>
            <a:spLocks noGrp="1"/>
          </p:cNvSpPr>
          <p:nvPr>
            <p:ph type="body" sz="quarter" idx="26" hasCustomPrompt="1"/>
          </p:nvPr>
        </p:nvSpPr>
        <p:spPr>
          <a:xfrm>
            <a:off x="5077991"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7" name="Subtitle Right Middle">
            <a:extLst>
              <a:ext uri="{FF2B5EF4-FFF2-40B4-BE49-F238E27FC236}">
                <a16:creationId xmlns:a16="http://schemas.microsoft.com/office/drawing/2014/main" id="{F1585BC4-F61A-4906-BC79-1A13DBBBA0D4}"/>
              </a:ext>
            </a:extLst>
          </p:cNvPr>
          <p:cNvSpPr>
            <a:spLocks noGrp="1"/>
          </p:cNvSpPr>
          <p:nvPr>
            <p:ph type="body" sz="quarter" idx="21" hasCustomPrompt="1"/>
          </p:nvPr>
        </p:nvSpPr>
        <p:spPr>
          <a:xfrm>
            <a:off x="733649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9" name="Text Placeholder 7">
            <a:extLst>
              <a:ext uri="{FF2B5EF4-FFF2-40B4-BE49-F238E27FC236}">
                <a16:creationId xmlns:a16="http://schemas.microsoft.com/office/drawing/2014/main" id="{BFCEE010-7658-4DA0-96B4-C7212FD2F4B1}"/>
              </a:ext>
            </a:extLst>
          </p:cNvPr>
          <p:cNvSpPr>
            <a:spLocks noGrp="1"/>
          </p:cNvSpPr>
          <p:nvPr>
            <p:ph type="body" sz="quarter" idx="27" hasCustomPrompt="1"/>
          </p:nvPr>
        </p:nvSpPr>
        <p:spPr>
          <a:xfrm>
            <a:off x="7338504"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8" name="Subtitle Right">
            <a:extLst>
              <a:ext uri="{FF2B5EF4-FFF2-40B4-BE49-F238E27FC236}">
                <a16:creationId xmlns:a16="http://schemas.microsoft.com/office/drawing/2014/main" id="{C4963B24-E3E6-4DAA-8C97-B00492206191}"/>
              </a:ext>
            </a:extLst>
          </p:cNvPr>
          <p:cNvSpPr>
            <a:spLocks noGrp="1"/>
          </p:cNvSpPr>
          <p:nvPr>
            <p:ph type="body" sz="quarter" idx="23" hasCustomPrompt="1"/>
          </p:nvPr>
        </p:nvSpPr>
        <p:spPr>
          <a:xfrm>
            <a:off x="9595009" y="1261872"/>
            <a:ext cx="2036064" cy="493776"/>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0" name="Text Placeholder 7">
            <a:extLst>
              <a:ext uri="{FF2B5EF4-FFF2-40B4-BE49-F238E27FC236}">
                <a16:creationId xmlns:a16="http://schemas.microsoft.com/office/drawing/2014/main" id="{ED2680F6-9FB0-4C12-942B-F6C0798EDF72}"/>
              </a:ext>
            </a:extLst>
          </p:cNvPr>
          <p:cNvSpPr>
            <a:spLocks noGrp="1"/>
          </p:cNvSpPr>
          <p:nvPr>
            <p:ph type="body" sz="quarter" idx="28" hasCustomPrompt="1"/>
          </p:nvPr>
        </p:nvSpPr>
        <p:spPr>
          <a:xfrm>
            <a:off x="9591718" y="1803659"/>
            <a:ext cx="2036233" cy="3797041"/>
          </a:xfrm>
          <a:prstGeom prst="rect">
            <a:avLst/>
          </a:prstGeom>
        </p:spPr>
        <p:txBody>
          <a:bodyPr/>
          <a:lstStyle>
            <a:lvl1pPr marL="0" indent="0">
              <a:spcBef>
                <a:spcPts val="0"/>
              </a:spcBef>
              <a:spcAft>
                <a:spcPts val="600"/>
              </a:spcAft>
              <a:buFontTx/>
              <a:buNone/>
              <a:defRPr sz="1600"/>
            </a:lvl1pPr>
            <a:lvl2pPr marL="114300" indent="0">
              <a:spcBef>
                <a:spcPts val="0"/>
              </a:spcBef>
              <a:spcAft>
                <a:spcPts val="600"/>
              </a:spcAft>
              <a:buFontTx/>
              <a:buNone/>
              <a:defRPr sz="1400"/>
            </a:lvl2pPr>
            <a:lvl3pPr>
              <a:defRPr sz="1100"/>
            </a:lvl3pPr>
            <a:lvl4pPr>
              <a:defRPr sz="1050"/>
            </a:lvl4pPr>
            <a:lvl5pPr>
              <a:defRPr sz="1050"/>
            </a:lvl5pPr>
          </a:lstStyle>
          <a:p>
            <a:pPr lvl="0"/>
            <a:r>
              <a:rPr lang="en-US" dirty="0"/>
              <a:t>[Click to add text]</a:t>
            </a:r>
          </a:p>
        </p:txBody>
      </p:sp>
      <p:sp>
        <p:nvSpPr>
          <p:cNvPr id="21" name="Footnote">
            <a:extLst>
              <a:ext uri="{FF2B5EF4-FFF2-40B4-BE49-F238E27FC236}">
                <a16:creationId xmlns:a16="http://schemas.microsoft.com/office/drawing/2014/main" id="{3C5A0243-A327-433A-9F14-332E3492906F}"/>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59392212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ide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B39D5CE-25C4-4159-ADD6-CA00C1A2DD0E}"/>
              </a:ext>
            </a:extLst>
          </p:cNvPr>
          <p:cNvSpPr>
            <a:spLocks noGrp="1"/>
          </p:cNvSpPr>
          <p:nvPr>
            <p:ph type="ftr" sz="quarter" idx="23"/>
          </p:nvPr>
        </p:nvSpPr>
        <p:spPr/>
        <p:txBody>
          <a:bodyPr/>
          <a:lstStyle/>
          <a:p>
            <a:r>
              <a:rPr lang="en-US" dirty="0"/>
              <a:t>Section name (optional) / Title / Month 20YY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dirty="0"/>
          </a:p>
        </p:txBody>
      </p:sp>
      <p:sp>
        <p:nvSpPr>
          <p:cNvPr id="13" name="Title 6">
            <a:extLst>
              <a:ext uri="{FF2B5EF4-FFF2-40B4-BE49-F238E27FC236}">
                <a16:creationId xmlns:a16="http://schemas.microsoft.com/office/drawing/2014/main" id="{42742681-C1B5-4850-A0DD-35CAA74ED1B9}"/>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ECA76DEA-E03A-418D-B5EF-41D0803AF4A9}"/>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9" name="Content Placeholder 2">
            <a:extLst>
              <a:ext uri="{FF2B5EF4-FFF2-40B4-BE49-F238E27FC236}">
                <a16:creationId xmlns:a16="http://schemas.microsoft.com/office/drawing/2014/main" id="{451C7B44-767D-4CAD-B04D-4A671173B7DD}"/>
              </a:ext>
            </a:extLst>
          </p:cNvPr>
          <p:cNvSpPr>
            <a:spLocks noGrp="1"/>
          </p:cNvSpPr>
          <p:nvPr>
            <p:ph sz="quarter" idx="22" hasCustomPrompt="1"/>
          </p:nvPr>
        </p:nvSpPr>
        <p:spPr>
          <a:xfrm>
            <a:off x="567038" y="1261872"/>
            <a:ext cx="7315200" cy="433882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8391525" y="1261872"/>
            <a:ext cx="3238224" cy="4338828"/>
          </a:xfrm>
          <a:prstGeom prst="rect">
            <a:avLst/>
          </a:prstGeom>
        </p:spPr>
        <p:txBody>
          <a:bodyPr anchor="t">
            <a:normAutofit/>
          </a:bodyPr>
          <a:lstStyle>
            <a:lvl1pPr marL="0" indent="0">
              <a:buNone/>
              <a:defRPr sz="1600">
                <a:latin typeface="+mn-lt"/>
                <a:cs typeface="+mj-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[Sidebar: </a:t>
            </a:r>
            <a:r>
              <a:rPr lang="en-US" sz="1600" b="0" i="0" dirty="0">
                <a:solidFill>
                  <a:schemeClr val="tx1"/>
                </a:solidFill>
                <a:effectLst/>
                <a:latin typeface="arial" panose="020B0604020202020204" pitchFamily="34" charset="0"/>
              </a:rPr>
              <a:t>A short article placed alongside a main article and containing additional or explanatory material</a:t>
            </a:r>
            <a:r>
              <a:rPr lang="en-US" dirty="0"/>
              <a:t>]</a:t>
            </a:r>
          </a:p>
        </p:txBody>
      </p:sp>
      <p:sp>
        <p:nvSpPr>
          <p:cNvPr id="11" name="Footnote">
            <a:extLst>
              <a:ext uri="{FF2B5EF4-FFF2-40B4-BE49-F238E27FC236}">
                <a16:creationId xmlns:a16="http://schemas.microsoft.com/office/drawing/2014/main" id="{0CEB134A-D831-4DCA-9EA7-071F02467220}"/>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124047983"/>
      </p:ext>
    </p:extLst>
  </p:cSld>
  <p:clrMapOvr>
    <a:masterClrMapping/>
  </p:clrMapOvr>
  <p:extLst>
    <p:ext uri="{DCECCB84-F9BA-43D5-87BE-67443E8EF086}">
      <p15:sldGuideLst xmlns:p15="http://schemas.microsoft.com/office/powerpoint/2012/main">
        <p15:guide id="4" orient="horz" pos="792" userDrawn="1">
          <p15:clr>
            <a:srgbClr val="FBAE40"/>
          </p15:clr>
        </p15:guide>
        <p15:guide id="5" orient="horz" pos="352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FD3640-0B0A-4CDD-9EEF-F7EBC909605E}"/>
              </a:ext>
            </a:extLst>
          </p:cNvPr>
          <p:cNvSpPr>
            <a:spLocks noGrp="1"/>
          </p:cNvSpPr>
          <p:nvPr>
            <p:ph type="ftr" sz="quarter" idx="20"/>
          </p:nvPr>
        </p:nvSpPr>
        <p:spPr/>
        <p:txBody>
          <a:bodyPr/>
          <a:lstStyle/>
          <a:p>
            <a:r>
              <a:rPr lang="en-US" dirty="0"/>
              <a:t>Section name (optional) / Title / Month 20YY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dirty="0"/>
          </a:p>
        </p:txBody>
      </p:sp>
      <p:sp>
        <p:nvSpPr>
          <p:cNvPr id="7" name="Title 6">
            <a:extLst>
              <a:ext uri="{FF2B5EF4-FFF2-40B4-BE49-F238E27FC236}">
                <a16:creationId xmlns:a16="http://schemas.microsoft.com/office/drawing/2014/main" id="{80A99D0A-2C2D-4F5C-9C1C-40CBA421CC3A}"/>
              </a:ext>
            </a:extLst>
          </p:cNvPr>
          <p:cNvSpPr>
            <a:spLocks noGrp="1"/>
          </p:cNvSpPr>
          <p:nvPr>
            <p:ph type="title" hasCustomPrompt="1"/>
          </p:nvPr>
        </p:nvSpPr>
        <p:spPr>
          <a:xfrm>
            <a:off x="557213" y="342900"/>
            <a:ext cx="11072535" cy="460551"/>
          </a:xfrm>
        </p:spPr>
        <p:txBody>
          <a:bodyPr/>
          <a:lstStyle/>
          <a:p>
            <a:r>
              <a:rPr lang="en-US" dirty="0"/>
              <a:t>[Headline]</a:t>
            </a:r>
          </a:p>
        </p:txBody>
      </p:sp>
      <p:sp>
        <p:nvSpPr>
          <p:cNvPr id="11" name="Sub-headline">
            <a:extLst>
              <a:ext uri="{FF2B5EF4-FFF2-40B4-BE49-F238E27FC236}">
                <a16:creationId xmlns:a16="http://schemas.microsoft.com/office/drawing/2014/main" id="{672251B6-50E4-45A2-8538-B97AD5A6412A}"/>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10" name="Footnote">
            <a:extLst>
              <a:ext uri="{FF2B5EF4-FFF2-40B4-BE49-F238E27FC236}">
                <a16:creationId xmlns:a16="http://schemas.microsoft.com/office/drawing/2014/main" id="{73058647-5721-485D-B7D3-C4E40BA2987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81054219"/>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565545F-A45B-415E-A056-8F885CBEF48A}"/>
              </a:ext>
            </a:extLst>
          </p:cNvPr>
          <p:cNvSpPr>
            <a:spLocks noGrp="1"/>
          </p:cNvSpPr>
          <p:nvPr>
            <p:ph type="ftr" sz="quarter" idx="20"/>
          </p:nvPr>
        </p:nvSpPr>
        <p:spPr/>
        <p:txBody>
          <a:bodyPr/>
          <a:lstStyle/>
          <a:p>
            <a:r>
              <a:rPr lang="en-US" dirty="0"/>
              <a:t>Section name (optional) / Title / Month 20YY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dirty="0"/>
          </a:p>
        </p:txBody>
      </p:sp>
    </p:spTree>
    <p:extLst>
      <p:ext uri="{BB962C8B-B14F-4D97-AF65-F5344CB8AC3E}">
        <p14:creationId xmlns:p14="http://schemas.microsoft.com/office/powerpoint/2010/main" val="3559099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Image/Icon">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35045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Photo White">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F337A5-7C22-412D-BC21-002BC4A09A86}"/>
              </a:ext>
            </a:extLst>
          </p:cNvPr>
          <p:cNvSpPr>
            <a:spLocks noGrp="1"/>
          </p:cNvSpPr>
          <p:nvPr>
            <p:ph type="ftr" sz="quarter" idx="24"/>
          </p:nvPr>
        </p:nvSpPr>
        <p:spPr>
          <a:xfrm>
            <a:off x="6614764" y="0"/>
            <a:ext cx="5016515" cy="317674"/>
          </a:xfrm>
        </p:spPr>
        <p:txBody>
          <a:bodyPr/>
          <a:lstStyle>
            <a:lvl1pPr>
              <a:defRPr>
                <a:solidFill>
                  <a:schemeClr val="bg1"/>
                </a:solidFill>
              </a:defRPr>
            </a:lvl1p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dirty="0"/>
          </a:p>
        </p:txBody>
      </p:sp>
      <p:sp>
        <p:nvSpPr>
          <p:cNvPr id="15" name="Title 6">
            <a:extLst>
              <a:ext uri="{FF2B5EF4-FFF2-40B4-BE49-F238E27FC236}">
                <a16:creationId xmlns:a16="http://schemas.microsoft.com/office/drawing/2014/main" id="{4DEB00A0-9CA9-4213-AE07-D0B1C6101ED8}"/>
              </a:ext>
            </a:extLst>
          </p:cNvPr>
          <p:cNvSpPr>
            <a:spLocks noGrp="1"/>
          </p:cNvSpPr>
          <p:nvPr>
            <p:ph type="title" hasCustomPrompt="1"/>
          </p:nvPr>
        </p:nvSpPr>
        <p:spPr>
          <a:xfrm>
            <a:off x="567039" y="342900"/>
            <a:ext cx="5029200" cy="460551"/>
          </a:xfrm>
        </p:spPr>
        <p:txBody>
          <a:bodyPr/>
          <a:lstStyle>
            <a:lvl1pPr>
              <a:defRPr>
                <a:solidFill>
                  <a:schemeClr val="tx1"/>
                </a:solidFill>
              </a:defRPr>
            </a:lvl1pPr>
          </a:lstStyle>
          <a:p>
            <a:r>
              <a:rPr lang="en-US" dirty="0"/>
              <a:t>[Headline]</a:t>
            </a:r>
          </a:p>
        </p:txBody>
      </p:sp>
      <p:sp>
        <p:nvSpPr>
          <p:cNvPr id="14" name="Sub-headline">
            <a:extLst>
              <a:ext uri="{FF2B5EF4-FFF2-40B4-BE49-F238E27FC236}">
                <a16:creationId xmlns:a16="http://schemas.microsoft.com/office/drawing/2014/main" id="{86B6FCCF-A4F5-44A7-AAF4-704B7EC6998C}"/>
              </a:ext>
            </a:extLst>
          </p:cNvPr>
          <p:cNvSpPr>
            <a:spLocks noGrp="1"/>
          </p:cNvSpPr>
          <p:nvPr>
            <p:ph type="body" sz="quarter" idx="18" hasCustomPrompt="1"/>
          </p:nvPr>
        </p:nvSpPr>
        <p:spPr>
          <a:xfrm>
            <a:off x="56703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0" name="Content Placeholder 2">
            <a:extLst>
              <a:ext uri="{FF2B5EF4-FFF2-40B4-BE49-F238E27FC236}">
                <a16:creationId xmlns:a16="http://schemas.microsoft.com/office/drawing/2014/main" id="{63FDC5DF-2C64-4D49-8041-AB11BEEFF14D}"/>
              </a:ext>
            </a:extLst>
          </p:cNvPr>
          <p:cNvSpPr>
            <a:spLocks noGrp="1"/>
          </p:cNvSpPr>
          <p:nvPr>
            <p:ph sz="quarter" idx="23" hasCustomPrompt="1"/>
          </p:nvPr>
        </p:nvSpPr>
        <p:spPr>
          <a:xfrm>
            <a:off x="567038" y="1257300"/>
            <a:ext cx="5029200" cy="4347449"/>
          </a:xfrm>
        </p:spPr>
        <p:txBody>
          <a:bodyPr/>
          <a:lstStyle>
            <a:lvl1pPr marL="0" indent="0">
              <a:buNone/>
              <a:defRPr/>
            </a:lvl1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56769A6F-555D-49D4-B0C0-D1976DD436B9}"/>
              </a:ext>
            </a:extLst>
          </p:cNvPr>
          <p:cNvSpPr>
            <a:spLocks noGrp="1"/>
          </p:cNvSpPr>
          <p:nvPr>
            <p:ph type="body" sz="quarter" idx="25"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11" name="Rectangle 10">
            <a:extLst>
              <a:ext uri="{FF2B5EF4-FFF2-40B4-BE49-F238E27FC236}">
                <a16:creationId xmlns:a16="http://schemas.microsoft.com/office/drawing/2014/main" id="{EBFDFA00-9BD6-873A-0C0B-BAD1649CF54D}"/>
              </a:ext>
              <a:ext uri="{C183D7F6-B498-43B3-948B-1728B52AA6E4}">
                <adec:decorative xmlns:adec="http://schemas.microsoft.com/office/drawing/2017/decorative" val="1"/>
              </a:ext>
            </a:extLst>
          </p:cNvPr>
          <p:cNvSpPr/>
          <p:nvPr userDrawn="1"/>
        </p:nvSpPr>
        <p:spPr>
          <a:xfrm>
            <a:off x="5279878" y="656370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243954613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1.xml><?xml version="1.0" encoding="UTF-8" standalone="yes"?>
<p:sldLayout xmlns:a="http://schemas.openxmlformats.org/drawingml/2006/main" xmlns:r="http://schemas.openxmlformats.org/officeDocument/2006/relationships" xmlns:p="http://schemas.openxmlformats.org/presentationml/2006/main" preserve="1" userDrawn="1"><p:cSld name="Content + Photo Black"><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165650854"/></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2.xml><?xml version="1.0" encoding="UTF-8" standalone="yes"?>
<p:sldLayout xmlns:a="http://schemas.openxmlformats.org/drawingml/2006/main" xmlns:r="http://schemas.openxmlformats.org/officeDocument/2006/relationships" xmlns:p="http://schemas.openxmlformats.org/presentationml/2006/main" preserve="1" userDrawn="1"><p:cSld name="Content + Photo Blue"><p:spTree><p:nvGrpSpPr><p:cNvPr id="1" name=""/><p:cNvGrpSpPr/><p:nvPr/></p:nvGrpSpPr><p:grpSpPr><a:xfrm><a:off x="0" y="0"/><a:ext cx="0" cy="0"/><a:chOff x="0" y="0"/><a:chExt cx="0" cy="0"/></a:xfrm></p:grpSpPr><p:sp><p:nvSpPr><p:cNvPr id="8" name="Picture Placeholder 7"><a:extLst><a:ext uri="{FF2B5EF4-FFF2-40B4-BE49-F238E27FC236}"><a16:creationId xmlns:a16="http://schemas.microsoft.com/office/drawing/2014/main" id="{66346E94-E9F1-4F0C-9AB7-02D722F342D1}"/></a:ext></a:extLst></p:cNvPr><p:cNvSpPr><a:spLocks noGrp="1"/></p:cNvSpPr><p:nvPr><p:ph type="pic" sz="quarter" idx="15" hasCustomPrompt="1"/></p:nvPr></p:nvSpPr><p:spPr><a:xfrm><a:off x="6614764" y="0"/><a:ext cx="5577236" cy="6858000"/></a:xfrm><a:prstGeom prst="rect"><a:avLst/></a:prstGeom><a:stretch><a:fillRect/></a:stretch></p:blipFill><p:spPr><a:xfrm><a:off x="566956" y="6392768"/><a:ext cx="762002" cy="365761"/></a:xfrm><a:prstGeom prst="rect"><a:avLst/></a:prstGeom></p:spPr></p:pic></p:spTree><p:extLst><p:ext uri="{BB962C8B-B14F-4D97-AF65-F5344CB8AC3E}"><p14:creationId xmlns:p14="http://schemas.microsoft.com/office/powerpoint/2010/main" val="4016961979"/></p:ext></p:extLst></p:cSld><p:clrMapOvr><a:masterClrMapping/></p:clrMapOvr><p:extLst><p:ext uri="{DCECCB84-F9BA-43D5-87BE-67443E8EF086}"><p15:sldGuideLst xmlns:p15="http://schemas.microsoft.com/office/powerpoint/2012/main"><p15:guide id="1" orient="horz" pos="792" userDrawn="1"><p15:clr><a:srgbClr val="FBAE40"/></p15:clr></p15:guide><p15:guide id="2" orient="horz" pos="3528" userDrawn="1"><p15:clr><a:srgbClr val="FBAE40"/></p15:clr></p15:guide></p15:sldGuideLst></p:ext></p:extLst></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ICONS</a:t>
            </a:r>
          </a:p>
        </p:txBody>
      </p:sp>
    </p:spTree>
    <p:extLst>
      <p:ext uri="{BB962C8B-B14F-4D97-AF65-F5344CB8AC3E}">
        <p14:creationId xmlns:p14="http://schemas.microsoft.com/office/powerpoint/2010/main" val="4277169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3 Columns Vertical">
    <p:spTree>
      <p:nvGrpSpPr>
        <p:cNvPr id="1" name=""/>
        <p:cNvGrpSpPr/>
        <p:nvPr/>
      </p:nvGrpSpPr>
      <p:grpSpPr>
        <a:xfrm>
          <a:off x="0" y="0"/>
          <a:ext cx="0" cy="0"/>
          <a:chOff x="0" y="0"/>
          <a:chExt cx="0" cy="0"/>
        </a:xfrm>
      </p:grpSpPr>
      <p:sp>
        <p:nvSpPr>
          <p:cNvPr id="27" name="Subtitle Right">
            <a:extLst>
              <a:ext uri="{FF2B5EF4-FFF2-40B4-BE49-F238E27FC236}">
                <a16:creationId xmlns:a16="http://schemas.microsoft.com/office/drawing/2014/main" id="{59462605-1E40-4897-B811-1B8C6B2FB124}"/>
              </a:ext>
            </a:extLst>
          </p:cNvPr>
          <p:cNvSpPr>
            <a:spLocks noGrp="1"/>
          </p:cNvSpPr>
          <p:nvPr>
            <p:ph type="body" sz="quarter" idx="19" hasCustomPrompt="1"/>
          </p:nvPr>
        </p:nvSpPr>
        <p:spPr>
          <a:xfrm>
            <a:off x="8258216" y="2634855"/>
            <a:ext cx="3373611" cy="383191"/>
          </a:xfrm>
          <a:prstGeom prst="rect">
            <a:avLst/>
          </a:prstGeom>
        </p:spPr>
        <p:txBody>
          <a:bodyPr anchor="t">
            <a:noAutofit/>
          </a:bodyPr>
          <a:lstStyle>
            <a:lvl1pPr marL="0" indent="0">
              <a:buNone/>
              <a:defRPr sz="1800">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33" name="Text Placeholder 24">
            <a:extLst>
              <a:ext uri="{FF2B5EF4-FFF2-40B4-BE49-F238E27FC236}">
                <a16:creationId xmlns:a16="http://schemas.microsoft.com/office/drawing/2014/main" id="{FFC11514-E302-49D6-BD05-69964CE284BE}"/>
              </a:ext>
            </a:extLst>
          </p:cNvPr>
          <p:cNvSpPr>
            <a:spLocks noGrp="1"/>
          </p:cNvSpPr>
          <p:nvPr>
            <p:ph type="body" sz="quarter" idx="26" hasCustomPrompt="1"/>
          </p:nvPr>
        </p:nvSpPr>
        <p:spPr>
          <a:xfrm>
            <a:off x="8256587" y="3163464"/>
            <a:ext cx="3374136" cy="2437236"/>
          </a:xfrm>
          <a:prstGeom prst="rect">
            <a:avLst/>
          </a:prstGeom>
        </p:spPr>
        <p:txBody>
          <a:bodyPr/>
          <a:lstStyle>
            <a:lvl1pPr marL="169863" indent="-169863">
              <a:lnSpc>
                <a:spcPct val="100000"/>
              </a:lnSpc>
              <a:spcBef>
                <a:spcPts val="0"/>
              </a:spcBef>
              <a:spcAft>
                <a:spcPts val="600"/>
              </a:spcAft>
              <a:defRPr lang="en-US" sz="1600" kern="1200" dirty="0">
                <a:solidFill>
                  <a:schemeClr val="tx1"/>
                </a:solidFill>
                <a:latin typeface="+mn-lt"/>
                <a:ea typeface="+mn-ea"/>
                <a:cs typeface="+mn-cs"/>
              </a:defRPr>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a:p>
            <a:pPr marL="687388" marR="0" lvl="3"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Fourth level</a:t>
            </a:r>
          </a:p>
          <a:p>
            <a:pPr marL="914400" marR="0" lvl="4" indent="-2270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Fifth level</a:t>
            </a:r>
          </a:p>
        </p:txBody>
      </p:sp>
      <p:sp>
        <p:nvSpPr>
          <p:cNvPr id="17" name="Footnote">
            <a:extLst>
              <a:ext uri="{FF2B5EF4-FFF2-40B4-BE49-F238E27FC236}">
                <a16:creationId xmlns:a16="http://schemas.microsoft.com/office/drawing/2014/main" id="{6A2724F1-A61D-41C8-B469-1DCC0F04A93B}"/>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12513687"/>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cons 3 Columns Horizontal">
    <p:spTree>
      <p:nvGrpSpPr>
        <p:cNvPr id="1" name=""/>
        <p:cNvGrpSpPr/>
        <p:nvPr/>
      </p:nvGrpSpPr>
      <p:grpSpPr>
        <a:xfrm>
          <a:off x="0" y="0"/>
          <a:ext cx="0" cy="0"/>
          <a:chOff x="0" y="0"/>
          <a:chExt cx="0" cy="0"/>
        </a:xfrm>
      </p:grpSpPr>
      <p:sp>
        <p:nvSpPr>
          <p:cNvPr id="19" name="Subtitle Left">
            <a:extLst>
              <a:ext uri="{FF2B5EF4-FFF2-40B4-BE49-F238E27FC236}">
                <a16:creationId xmlns:a16="http://schemas.microsoft.com/office/drawing/2014/main" id="{5B2C8265-B4F5-49DF-B3A9-E7A328DB4CE1}"/>
              </a:ext>
            </a:extLst>
          </p:cNvPr>
          <p:cNvSpPr>
            <a:spLocks noGrp="1"/>
          </p:cNvSpPr>
          <p:nvPr>
            <p:ph type="body" sz="quarter" idx="31" hasCustomPrompt="1"/>
          </p:nvPr>
        </p:nvSpPr>
        <p:spPr>
          <a:xfrm>
            <a:off x="1789877" y="4159718"/>
            <a:ext cx="9844911"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0" name="Text Placeholder 20">
            <a:extLst>
              <a:ext uri="{FF2B5EF4-FFF2-40B4-BE49-F238E27FC236}">
                <a16:creationId xmlns:a16="http://schemas.microsoft.com/office/drawing/2014/main" id="{9C64CBDE-4443-4A7D-A9E5-5CCCF01D58B8}"/>
              </a:ext>
            </a:extLst>
          </p:cNvPr>
          <p:cNvSpPr>
            <a:spLocks noGrp="1"/>
          </p:cNvSpPr>
          <p:nvPr>
            <p:ph type="body" sz="quarter" idx="32" hasCustomPrompt="1"/>
          </p:nvPr>
        </p:nvSpPr>
        <p:spPr>
          <a:xfrm>
            <a:off x="1789878" y="4478862"/>
            <a:ext cx="9844910" cy="928037"/>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3" name="Footnote">
            <a:extLst>
              <a:ext uri="{FF2B5EF4-FFF2-40B4-BE49-F238E27FC236}">
                <a16:creationId xmlns:a16="http://schemas.microsoft.com/office/drawing/2014/main" id="{66ED2DD3-99A4-4B46-B1BC-1732442768B6}"/>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15158432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4 Columns + Content">
    <p:spTree>
      <p:nvGrpSpPr>
        <p:cNvPr id="1" name=""/>
        <p:cNvGrpSpPr/>
        <p:nvPr/>
      </p:nvGrpSpPr>
      <p:grpSpPr>
        <a:xfrm>
          <a:off x="0" y="0"/>
          <a:ext cx="0" cy="0"/>
          <a:chOff x="0" y="0"/>
          <a:chExt cx="0" cy="0"/>
        </a:xfrm>
      </p:grpSpPr>
      <p:sp>
        <p:nvSpPr>
          <p:cNvPr id="26" name="Subtitle Top">
            <a:extLst>
              <a:ext uri="{FF2B5EF4-FFF2-40B4-BE49-F238E27FC236}">
                <a16:creationId xmlns:a16="http://schemas.microsoft.com/office/drawing/2014/main" id="{A0B75D8F-9A1B-4EDF-ACD4-90B4C7E458D1}"/>
              </a:ext>
            </a:extLst>
          </p:cNvPr>
          <p:cNvSpPr>
            <a:spLocks noGrp="1"/>
          </p:cNvSpPr>
          <p:nvPr>
            <p:ph type="body" sz="quarter" idx="40" hasCustomPrompt="1"/>
          </p:nvPr>
        </p:nvSpPr>
        <p:spPr>
          <a:xfrm>
            <a:off x="7486351" y="4927165"/>
            <a:ext cx="4136218" cy="267545"/>
          </a:xfrm>
          <a:prstGeom prst="rect">
            <a:avLst/>
          </a:prstGeom>
        </p:spPr>
        <p:txBody>
          <a:bodyPr anchor="t">
            <a:noAutofit/>
          </a:bodyPr>
          <a:lstStyle>
            <a:lvl1pPr marL="0" indent="0">
              <a:buNone/>
              <a:defRPr sz="1600">
                <a:solidFill>
                  <a:schemeClr val="accent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7" name="Text Placeholder 15">
            <a:extLst>
              <a:ext uri="{FF2B5EF4-FFF2-40B4-BE49-F238E27FC236}">
                <a16:creationId xmlns:a16="http://schemas.microsoft.com/office/drawing/2014/main" id="{D2763317-8032-4545-AB58-78701E7FE79F}"/>
              </a:ext>
            </a:extLst>
          </p:cNvPr>
          <p:cNvSpPr>
            <a:spLocks noGrp="1"/>
          </p:cNvSpPr>
          <p:nvPr>
            <p:ph type="body" sz="quarter" idx="41" hasCustomPrompt="1"/>
          </p:nvPr>
        </p:nvSpPr>
        <p:spPr>
          <a:xfrm>
            <a:off x="7487621" y="5265420"/>
            <a:ext cx="4134800" cy="640080"/>
          </a:xfrm>
          <a:prstGeom prst="rect">
            <a:avLst/>
          </a:prstGeom>
        </p:spPr>
        <p:txBody>
          <a:bodyPr/>
          <a:lstStyle>
            <a:lvl1pPr>
              <a:lnSpc>
                <a:spcPct val="100000"/>
              </a:lnSpc>
              <a:spcBef>
                <a:spcPts val="0"/>
              </a:spcBef>
              <a:spcAft>
                <a:spcPts val="200"/>
              </a:spcAft>
              <a:defRPr sz="1400"/>
            </a:lvl1pPr>
            <a:lvl2pPr>
              <a:lnSpc>
                <a:spcPct val="100000"/>
              </a:lnSpc>
              <a:spcBef>
                <a:spcPts val="0"/>
              </a:spcBef>
              <a:spcAft>
                <a:spcPts val="200"/>
              </a:spcAft>
              <a:defRPr sz="1200"/>
            </a:lvl2pPr>
            <a:lvl3pPr>
              <a:lnSpc>
                <a:spcPct val="100000"/>
              </a:lnSpc>
              <a:spcBef>
                <a:spcPts val="0"/>
              </a:spcBef>
              <a:spcAft>
                <a:spcPts val="200"/>
              </a:spcAft>
              <a:defRPr sz="1200"/>
            </a:lvl3pPr>
            <a:lvl4pPr>
              <a:defRPr sz="1200"/>
            </a:lvl4pPr>
            <a:lvl5pPr>
              <a:defRPr sz="1200"/>
            </a:lvl5pPr>
          </a:lstStyle>
          <a:p>
            <a:pPr lvl="0"/>
            <a:r>
              <a:rPr kumimoji="0" lang="en-US" sz="1400" b="0" i="0" u="none" strike="noStrike" kern="1200" cap="none" spc="0" normalizeH="0" baseline="0" noProof="0" dirty="0">
                <a:ln>
                  <a:noFill/>
                </a:ln>
                <a:solidFill>
                  <a:srgbClr val="000000"/>
                </a:solidFill>
                <a:effectLst/>
                <a:uLnTx/>
                <a:uFillTx/>
                <a:latin typeface="Arial"/>
                <a:ea typeface="+mn-ea"/>
                <a:cs typeface="+mn-cs"/>
              </a:rPr>
              <a:t>[Click to add text]</a:t>
            </a:r>
            <a:endParaRPr lang="en-US" dirty="0"/>
          </a:p>
          <a:p>
            <a:pPr lvl="1"/>
            <a:r>
              <a:rPr lang="en-US" dirty="0"/>
              <a:t>Second level</a:t>
            </a:r>
          </a:p>
          <a:p>
            <a:pPr lvl="2"/>
            <a:r>
              <a:rPr lang="en-US" dirty="0"/>
              <a:t>Third level</a:t>
            </a:r>
          </a:p>
        </p:txBody>
      </p:sp>
      <p:sp>
        <p:nvSpPr>
          <p:cNvPr id="21" name="Footnote">
            <a:extLst>
              <a:ext uri="{FF2B5EF4-FFF2-40B4-BE49-F238E27FC236}">
                <a16:creationId xmlns:a16="http://schemas.microsoft.com/office/drawing/2014/main" id="{9DBFEEAB-9E37-46AB-9295-1B782C9B76BE}"/>
              </a:ext>
            </a:extLst>
          </p:cNvPr>
          <p:cNvSpPr>
            <a:spLocks noGrp="1"/>
          </p:cNvSpPr>
          <p:nvPr>
            <p:ph type="body" sz="quarter" idx="15" hasCustomPrompt="1"/>
          </p:nvPr>
        </p:nvSpPr>
        <p:spPr>
          <a:xfrm>
            <a:off x="567039" y="5904781"/>
            <a:ext cx="11060912" cy="307631"/>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66664483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cons 4 Columns + Content Black">
    <p:spTree>
      <p:nvGrpSpPr>
        <p:cNvPr id="1" name=""/>
        <p:cNvGrpSpPr/>
        <p:nvPr/>
      </p:nvGrpSpPr>
      <p:grpSpPr>
        <a:xfrm>
          <a:off x="0" y="0"/>
          <a:ext cx="0" cy="0"/>
          <a:chOff x="0" y="0"/>
          <a:chExt cx="0" cy="0"/>
        </a:xfrm>
      </p:grpSpPr>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bg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bg1"/>
                </a:solidFill>
                <a:latin typeface="+mn-lt"/>
                <a:ea typeface="+mn-ea"/>
                <a:cs typeface="+mn-cs"/>
              </a:defRPr>
            </a:lvl1pPr>
            <a:lvl2pPr>
              <a:lnSpc>
                <a:spcPct val="100000"/>
              </a:lnSpc>
              <a:spcBef>
                <a:spcPts val="0"/>
              </a:spcBef>
              <a:spcAft>
                <a:spcPts val="200"/>
              </a:spcAft>
              <a:defRPr sz="1200">
                <a:solidFill>
                  <a:schemeClr val="bg1"/>
                </a:solidFill>
              </a:defRPr>
            </a:lvl2pPr>
            <a:lvl3pPr>
              <a:lnSpc>
                <a:spcPct val="100000"/>
              </a:lnSpc>
              <a:spcBef>
                <a:spcPts val="0"/>
              </a:spcBef>
              <a:spcAft>
                <a:spcPts val="200"/>
              </a:spcAft>
              <a:defRPr sz="1200">
                <a:solidFill>
                  <a:schemeClr val="bg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bg1"/>
                </a:solidFill>
                <a:latin typeface="+mn-lt"/>
              </a:rPr>
              <a:t>© 2025 S&amp;P Global.</a:t>
            </a:r>
          </a:p>
        </p:txBody>
      </p:sp>
    </p:spTree>
    <p:extLst>
      <p:ext uri="{BB962C8B-B14F-4D97-AF65-F5344CB8AC3E}">
        <p14:creationId xmlns:p14="http://schemas.microsoft.com/office/powerpoint/2010/main" val="353579358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cons 4 Columns + Content Blue">
    <p:spTree>
      <p:nvGrpSpPr>
        <p:cNvPr id="1" name=""/>
        <p:cNvGrpSpPr/>
        <p:nvPr/>
      </p:nvGrpSpPr>
      <p:grpSpPr>
        <a:xfrm>
          <a:off x="0" y="0"/>
          <a:ext cx="0" cy="0"/>
          <a:chOff x="0" y="0"/>
          <a:chExt cx="0" cy="0"/>
        </a:xfrm>
      </p:grpSpPr>
      <p:sp>
        <p:nvSpPr>
          <p:cNvPr id="35" name="Subtitle Bottom">
            <a:extLst>
              <a:ext uri="{FF2B5EF4-FFF2-40B4-BE49-F238E27FC236}">
                <a16:creationId xmlns:a16="http://schemas.microsoft.com/office/drawing/2014/main" id="{91520921-926B-46E2-964C-7D28AF6717E1}"/>
              </a:ext>
            </a:extLst>
          </p:cNvPr>
          <p:cNvSpPr>
            <a:spLocks noGrp="1"/>
          </p:cNvSpPr>
          <p:nvPr>
            <p:ph type="body" sz="quarter" idx="19" hasCustomPrompt="1"/>
          </p:nvPr>
        </p:nvSpPr>
        <p:spPr>
          <a:xfrm>
            <a:off x="7491611" y="4932390"/>
            <a:ext cx="4133181" cy="267545"/>
          </a:xfrm>
          <a:prstGeom prst="rect">
            <a:avLst/>
          </a:prstGeom>
        </p:spPr>
        <p:txBody>
          <a:bodyPr anchor="t">
            <a:noAutofit/>
          </a:bodyPr>
          <a:lstStyle>
            <a:lvl1pPr marL="0" indent="0">
              <a:buNone/>
              <a:defRPr sz="16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45" name="Text Placeholder 29">
            <a:extLst>
              <a:ext uri="{FF2B5EF4-FFF2-40B4-BE49-F238E27FC236}">
                <a16:creationId xmlns:a16="http://schemas.microsoft.com/office/drawing/2014/main" id="{546919E3-2B90-44C9-BD96-96FD88323A76}"/>
              </a:ext>
            </a:extLst>
          </p:cNvPr>
          <p:cNvSpPr>
            <a:spLocks noGrp="1"/>
          </p:cNvSpPr>
          <p:nvPr>
            <p:ph type="body" sz="quarter" idx="32" hasCustomPrompt="1"/>
          </p:nvPr>
        </p:nvSpPr>
        <p:spPr>
          <a:xfrm>
            <a:off x="7480636" y="5267597"/>
            <a:ext cx="4133088" cy="640080"/>
          </a:xfrm>
          <a:prstGeom prst="rect">
            <a:avLst/>
          </a:prstGeom>
        </p:spPr>
        <p:txBody>
          <a:bodyPr/>
          <a:lstStyle>
            <a:lvl1pPr marL="169863" indent="-169863">
              <a:lnSpc>
                <a:spcPct val="100000"/>
              </a:lnSpc>
              <a:spcBef>
                <a:spcPts val="0"/>
              </a:spcBef>
              <a:spcAft>
                <a:spcPts val="200"/>
              </a:spcAft>
              <a:defRPr lang="en-US" sz="1400" kern="1200" dirty="0">
                <a:solidFill>
                  <a:schemeClr val="tx1"/>
                </a:solidFill>
                <a:latin typeface="+mn-lt"/>
                <a:ea typeface="+mn-ea"/>
                <a:cs typeface="+mn-cs"/>
              </a:defRPr>
            </a:lvl1pPr>
            <a:lvl2pPr>
              <a:lnSpc>
                <a:spcPct val="100000"/>
              </a:lnSpc>
              <a:spcBef>
                <a:spcPts val="0"/>
              </a:spcBef>
              <a:spcAft>
                <a:spcPts val="200"/>
              </a:spcAft>
              <a:defRPr sz="1200">
                <a:solidFill>
                  <a:schemeClr val="tx1"/>
                </a:solidFill>
              </a:defRPr>
            </a:lvl2pPr>
            <a:lvl3pPr>
              <a:lnSpc>
                <a:spcPct val="100000"/>
              </a:lnSpc>
              <a:spcBef>
                <a:spcPts val="0"/>
              </a:spcBef>
              <a:spcAft>
                <a:spcPts val="200"/>
              </a:spcAft>
              <a:defRPr sz="1200">
                <a:solidFill>
                  <a:schemeClr val="tx1"/>
                </a:solidFill>
              </a:defRPr>
            </a:lvl3pPr>
            <a:lvl4pPr>
              <a:defRPr sz="1200"/>
            </a:lvl4pPr>
            <a:lvl5pPr>
              <a:defRPr sz="1200"/>
            </a:lvl5pPr>
          </a:lstStyle>
          <a:p>
            <a:pPr marL="169863" lvl="0" indent="-169863" algn="l" defTabSz="914400" rtl="0" eaLnBrk="1" latinLnBrk="0" hangingPunct="1">
              <a:lnSpc>
                <a:spcPct val="90000"/>
              </a:lnSpc>
              <a:spcBef>
                <a:spcPts val="1000"/>
              </a:spcBef>
              <a:buFont typeface="Arial" panose="020B0604020202020204" pitchFamily="34" charset="0"/>
              <a:buChar char="•"/>
            </a:pPr>
            <a:r>
              <a:rPr lang="en-US" dirty="0"/>
              <a:t>[Click to add text]</a:t>
            </a:r>
          </a:p>
          <a:p>
            <a:pPr lvl="1"/>
            <a:r>
              <a:rPr lang="en-US" dirty="0"/>
              <a:t>Second level</a:t>
            </a:r>
          </a:p>
          <a:p>
            <a:pPr lvl="2"/>
            <a:r>
              <a:rPr lang="en-US" dirty="0"/>
              <a:t>Third level</a:t>
            </a:r>
          </a:p>
        </p:txBody>
      </p:sp>
      <p:sp>
        <p:nvSpPr>
          <p:cNvPr id="24" name="Rectangle 23">
            <a:extLst>
              <a:ext uri="{FF2B5EF4-FFF2-40B4-BE49-F238E27FC236}">
                <a16:creationId xmlns:a16="http://schemas.microsoft.com/office/drawing/2014/main" id="{CDB49F20-57DC-4680-8B56-AE164DBF60DC}"/>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solidFill>
                  <a:schemeClr val="tx1"/>
                </a:solidFill>
                <a:latin typeface="+mn-lt"/>
              </a:rPr>
              <a:t>© 2025 S&amp;P Global.</a:t>
            </a:r>
          </a:p>
        </p:txBody>
      </p:sp>
    </p:spTree>
    <p:extLst>
      <p:ext uri="{BB962C8B-B14F-4D97-AF65-F5344CB8AC3E}">
        <p14:creationId xmlns:p14="http://schemas.microsoft.com/office/powerpoint/2010/main" val="2714874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7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 2 x 3 Columns">
    <p:spTree>
      <p:nvGrpSpPr>
        <p:cNvPr id="1" name=""/>
        <p:cNvGrpSpPr/>
        <p:nvPr/>
      </p:nvGrpSpPr>
      <p:grpSpPr>
        <a:xfrm>
          <a:off x="0" y="0"/>
          <a:ext cx="0" cy="0"/>
          <a:chOff x="0" y="0"/>
          <a:chExt cx="0" cy="0"/>
        </a:xfrm>
      </p:grpSpPr>
      <p:sp>
        <p:nvSpPr>
          <p:cNvPr id="23" name="Subtitle Middle">
            <a:extLst>
              <a:ext uri="{FF2B5EF4-FFF2-40B4-BE49-F238E27FC236}">
                <a16:creationId xmlns:a16="http://schemas.microsoft.com/office/drawing/2014/main" id="{498C1007-D958-4823-AF07-A11D5ED562D1}"/>
              </a:ext>
            </a:extLst>
          </p:cNvPr>
          <p:cNvSpPr>
            <a:spLocks noGrp="1"/>
          </p:cNvSpPr>
          <p:nvPr>
            <p:ph type="body" sz="quarter" idx="35" hasCustomPrompt="1"/>
          </p:nvPr>
        </p:nvSpPr>
        <p:spPr>
          <a:xfrm>
            <a:off x="7763595" y="4154799"/>
            <a:ext cx="3857010" cy="267545"/>
          </a:xfrm>
          <a:prstGeom prst="rect">
            <a:avLst/>
          </a:prstGeom>
        </p:spPr>
        <p:txBody>
          <a:bodyPr anchor="t">
            <a:noAutofit/>
          </a:bodyPr>
          <a:lstStyle>
            <a:lvl1pPr marL="0" indent="0">
              <a:buNone/>
              <a:defRPr sz="1800">
                <a:solidFill>
                  <a:schemeClr val="tx1"/>
                </a:solidFill>
                <a:latin typeface="+mn-lt"/>
                <a:cs typeface="+mj-cs"/>
              </a:defRPr>
            </a:lvl1pPr>
            <a:lvl2pPr marL="0" indent="0">
              <a:buNone/>
              <a:defRPr sz="2000">
                <a:latin typeface="+mj-lt"/>
                <a:cs typeface="+mj-cs"/>
              </a:defRPr>
            </a:lvl2pPr>
            <a:lvl3pPr marL="0" indent="0">
              <a:buNone/>
              <a:defRPr sz="2000">
                <a:latin typeface="+mj-lt"/>
                <a:cs typeface="+mj-cs"/>
              </a:defRPr>
            </a:lvl3pPr>
            <a:lvl4pPr marL="0" indent="0">
              <a:buNone/>
              <a:defRPr sz="2000">
                <a:latin typeface="+mj-lt"/>
                <a:cs typeface="+mj-cs"/>
              </a:defRPr>
            </a:lvl4pPr>
            <a:lvl5pPr marL="0" indent="0">
              <a:buNone/>
              <a:defRPr sz="2000">
                <a:latin typeface="+mj-lt"/>
                <a:cs typeface="+mj-cs"/>
              </a:defRPr>
            </a:lvl5pPr>
          </a:lstStyle>
          <a:p>
            <a:pPr lvl="0"/>
            <a:r>
              <a:rPr lang="en-US" dirty="0"/>
              <a:t>[Subtitle]</a:t>
            </a:r>
          </a:p>
        </p:txBody>
      </p:sp>
      <p:sp>
        <p:nvSpPr>
          <p:cNvPr id="25" name="Text Placeholder 22">
            <a:extLst>
              <a:ext uri="{FF2B5EF4-FFF2-40B4-BE49-F238E27FC236}">
                <a16:creationId xmlns:a16="http://schemas.microsoft.com/office/drawing/2014/main" id="{818AC8AF-5117-4C49-90A1-8427A7B5BDC7}"/>
              </a:ext>
            </a:extLst>
          </p:cNvPr>
          <p:cNvSpPr>
            <a:spLocks noGrp="1"/>
          </p:cNvSpPr>
          <p:nvPr>
            <p:ph type="body" sz="quarter" idx="37" hasCustomPrompt="1"/>
          </p:nvPr>
        </p:nvSpPr>
        <p:spPr>
          <a:xfrm>
            <a:off x="7763595" y="4464932"/>
            <a:ext cx="3857010" cy="928036"/>
          </a:xfrm>
          <a:prstGeom prst="rect">
            <a:avLst/>
          </a:prstGeom>
        </p:spPr>
        <p:txBody>
          <a:bodyPr/>
          <a:lstStyle>
            <a:lvl1pPr>
              <a:lnSpc>
                <a:spcPct val="100000"/>
              </a:lnSpc>
              <a:spcBef>
                <a:spcPts val="0"/>
              </a:spcBef>
              <a:spcAft>
                <a:spcPts val="200"/>
              </a:spcAft>
              <a:defRPr sz="1600"/>
            </a:lvl1pPr>
            <a:lvl2pPr>
              <a:lnSpc>
                <a:spcPct val="100000"/>
              </a:lnSpc>
              <a:spcBef>
                <a:spcPts val="0"/>
              </a:spcBef>
              <a:spcAft>
                <a:spcPts val="200"/>
              </a:spcAft>
              <a:defRPr sz="1400"/>
            </a:lvl2pPr>
            <a:lvl3pPr>
              <a:lnSpc>
                <a:spcPct val="100000"/>
              </a:lnSpc>
              <a:spcBef>
                <a:spcPts val="0"/>
              </a:spcBef>
              <a:spcAft>
                <a:spcPts val="200"/>
              </a:spcAft>
              <a:defRPr sz="1400"/>
            </a:lvl3pPr>
            <a:lvl4pPr>
              <a:defRPr sz="1200"/>
            </a:lvl4pPr>
            <a:lvl5pPr>
              <a:defRPr sz="1200"/>
            </a:lvl5pPr>
          </a:lstStyle>
          <a:p>
            <a:pPr marL="169863" marR="0" lvl="0" indent="-16986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text]</a:t>
            </a:r>
          </a:p>
          <a:p>
            <a:pPr marL="341313"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Second level</a:t>
            </a:r>
          </a:p>
          <a:p>
            <a:pPr marL="517525" marR="0" lvl="2" indent="-176213"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Third level</a:t>
            </a:r>
          </a:p>
        </p:txBody>
      </p:sp>
      <p:sp>
        <p:nvSpPr>
          <p:cNvPr id="27" name="Footnote">
            <a:extLst>
              <a:ext uri="{FF2B5EF4-FFF2-40B4-BE49-F238E27FC236}">
                <a16:creationId xmlns:a16="http://schemas.microsoft.com/office/drawing/2014/main" id="{0C1180AF-6FC1-48D4-9108-195B7C9E0F8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91691256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CHARTS</a:t>
            </a:r>
          </a:p>
        </p:txBody>
      </p:sp>
    </p:spTree>
    <p:extLst>
      <p:ext uri="{BB962C8B-B14F-4D97-AF65-F5344CB8AC3E}">
        <p14:creationId xmlns:p14="http://schemas.microsoft.com/office/powerpoint/2010/main" val="42581145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Chart/Table 1">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F1773C-83CC-4DD7-8A63-A2D075CD08C5}"/>
              </a:ext>
            </a:extLst>
          </p:cNvPr>
          <p:cNvSpPr>
            <a:spLocks noGrp="1"/>
          </p:cNvSpPr>
          <p:nvPr>
            <p:ph type="ftr" sz="quarter" idx="35"/>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AFD64F3-6468-4255-897C-C766A650F8BE}"/>
              </a:ext>
            </a:extLst>
          </p:cNvPr>
          <p:cNvSpPr>
            <a:spLocks noGrp="1"/>
          </p:cNvSpPr>
          <p:nvPr>
            <p:ph type="title" hasCustomPrompt="1"/>
          </p:nvPr>
        </p:nvSpPr>
        <p:spPr>
          <a:xfrm>
            <a:off x="567038" y="342900"/>
            <a:ext cx="5029200" cy="460551"/>
          </a:xfrm>
        </p:spPr>
        <p:txBody>
          <a:bodyPr/>
          <a:lstStyle>
            <a:lvl1pPr>
              <a:defRPr>
                <a:solidFill>
                  <a:schemeClr val="tx1"/>
                </a:solidFill>
              </a:defRPr>
            </a:lvl1pPr>
          </a:lstStyle>
          <a:p>
            <a:r>
              <a:rPr lang="en-US" dirty="0"/>
              <a:t>[Headline]</a:t>
            </a:r>
          </a:p>
        </p:txBody>
      </p:sp>
      <p:sp>
        <p:nvSpPr>
          <p:cNvPr id="13" name="Sub-headline">
            <a:extLst>
              <a:ext uri="{FF2B5EF4-FFF2-40B4-BE49-F238E27FC236}">
                <a16:creationId xmlns:a16="http://schemas.microsoft.com/office/drawing/2014/main" id="{F2F8395B-EC7C-49BC-8971-AA4EFB9AE789}"/>
              </a:ext>
            </a:extLst>
          </p:cNvPr>
          <p:cNvSpPr>
            <a:spLocks noGrp="1"/>
          </p:cNvSpPr>
          <p:nvPr>
            <p:ph type="body" sz="quarter" idx="18" hasCustomPrompt="1"/>
          </p:nvPr>
        </p:nvSpPr>
        <p:spPr>
          <a:xfrm>
            <a:off x="566928" y="899026"/>
            <a:ext cx="5029200" cy="278706"/>
          </a:xfrm>
          <a:prstGeom prst="rect">
            <a:avLst/>
          </a:prstGeom>
        </p:spPr>
        <p:txBody>
          <a:bodyPr/>
          <a:lstStyle>
            <a:lvl1pPr marL="0" indent="0">
              <a:buNone/>
              <a:defRPr sz="1800" b="0">
                <a:solidFill>
                  <a:schemeClr val="tx1"/>
                </a:solidFill>
                <a:latin typeface="+mn-lt"/>
              </a:defRPr>
            </a:lvl1pPr>
            <a:lvl2pPr marL="169863" indent="0">
              <a:buNone/>
              <a:defRPr/>
            </a:lvl2pPr>
          </a:lstStyle>
          <a:p>
            <a:pPr lvl="0"/>
            <a:r>
              <a:rPr lang="en-US" dirty="0"/>
              <a:t>[Sub-headline]</a:t>
            </a:r>
          </a:p>
        </p:txBody>
      </p:sp>
      <p:sp>
        <p:nvSpPr>
          <p:cNvPr id="12" name="Content Placeholder 2">
            <a:extLst>
              <a:ext uri="{FF2B5EF4-FFF2-40B4-BE49-F238E27FC236}">
                <a16:creationId xmlns:a16="http://schemas.microsoft.com/office/drawing/2014/main" id="{4AB153EC-A950-47EE-AB73-6EB5E4AEFEEB}"/>
              </a:ext>
            </a:extLst>
          </p:cNvPr>
          <p:cNvSpPr>
            <a:spLocks noGrp="1"/>
          </p:cNvSpPr>
          <p:nvPr>
            <p:ph sz="quarter" idx="36" hasCustomPrompt="1"/>
          </p:nvPr>
        </p:nvSpPr>
        <p:spPr>
          <a:xfrm>
            <a:off x="567038" y="1257300"/>
            <a:ext cx="5029200" cy="4343398"/>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7">
            <a:extLst>
              <a:ext uri="{FF2B5EF4-FFF2-40B4-BE49-F238E27FC236}">
                <a16:creationId xmlns:a16="http://schemas.microsoft.com/office/drawing/2014/main" id="{3D88D426-7BF0-4172-85D4-A6B8E9C24743}"/>
              </a:ext>
            </a:extLst>
          </p:cNvPr>
          <p:cNvSpPr>
            <a:spLocks noGrp="1"/>
          </p:cNvSpPr>
          <p:nvPr>
            <p:ph sz="quarter" idx="15" hasCustomPrompt="1"/>
          </p:nvPr>
        </p:nvSpPr>
        <p:spPr>
          <a:xfrm>
            <a:off x="6607174" y="342900"/>
            <a:ext cx="5027613" cy="5257800"/>
          </a:xfrm>
          <a:prstGeom prst="rect">
            <a:avLst/>
          </a:prstGeom>
        </p:spPr>
        <p:txBody>
          <a:bodyPr anchor="ctr"/>
          <a:lstStyle>
            <a:lvl1pPr marL="0" indent="0" algn="ctr">
              <a:buNone/>
              <a:defRPr/>
            </a:lvl1pPr>
          </a:lstStyle>
          <a:p>
            <a:pPr lvl="0"/>
            <a:r>
              <a:rPr lang="en-US" dirty="0"/>
              <a:t>[Click respective icon to insert CHART or TABLE </a:t>
            </a:r>
            <a:br>
              <a:rPr lang="en-US" dirty="0"/>
            </a:br>
            <a:r>
              <a:rPr lang="en-US" dirty="0"/>
              <a:t>– not text]</a:t>
            </a:r>
          </a:p>
        </p:txBody>
      </p:sp>
      <p:sp>
        <p:nvSpPr>
          <p:cNvPr id="11" name="Footnote">
            <a:extLst>
              <a:ext uri="{FF2B5EF4-FFF2-40B4-BE49-F238E27FC236}">
                <a16:creationId xmlns:a16="http://schemas.microsoft.com/office/drawing/2014/main" id="{E0FEE6F1-5ED6-4155-AB7C-9001D5E5229F}"/>
              </a:ext>
            </a:extLst>
          </p:cNvPr>
          <p:cNvSpPr>
            <a:spLocks noGrp="1"/>
          </p:cNvSpPr>
          <p:nvPr>
            <p:ph type="body" sz="quarter" idx="37"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054613818"/>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rt - Horizontal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F825584D-1BC8-446F-BB3F-0C023D59BA81}"/>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6FA2FA71-8E88-4D67-B89E-0764EEEBCB20}"/>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4691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8" y="2286176"/>
            <a:ext cx="11067749" cy="3309952"/>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5E1F8941-2DB1-43B3-A8B3-04F898C347B0}"/>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299031544"/>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 Statement 2">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EC86FBA1-A5CB-4CA3-86CA-543F3C5C62AB}"/>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8" name="Sub-headline">
            <a:extLst>
              <a:ext uri="{FF2B5EF4-FFF2-40B4-BE49-F238E27FC236}">
                <a16:creationId xmlns:a16="http://schemas.microsoft.com/office/drawing/2014/main" id="{7A70C313-1E6D-4772-BFC4-2550335AB35E}"/>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11067750" cy="833472"/>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567039" y="2286000"/>
            <a:ext cx="5528962" cy="3310128"/>
          </a:xfrm>
        </p:spPr>
        <p:txBody>
          <a:bodyPr anchor="ctr"/>
          <a:lstStyle>
            <a:lvl1pPr marL="0" indent="0" algn="ctr">
              <a:buNone/>
              <a:defRPr/>
            </a:lvl1pPr>
            <a:lvl2pPr marL="169863" indent="0">
              <a:buNone/>
              <a:defRPr/>
            </a:lvl2pPr>
          </a:lstStyle>
          <a:p>
            <a:pPr lvl="0"/>
            <a:r>
              <a:rPr lang="en-US" dirty="0"/>
              <a:t>[Click respective icon to add CHART or TABLE – not text]</a:t>
            </a:r>
          </a:p>
        </p:txBody>
      </p:sp>
      <p:sp>
        <p:nvSpPr>
          <p:cNvPr id="13" name="Footnote">
            <a:extLst>
              <a:ext uri="{FF2B5EF4-FFF2-40B4-BE49-F238E27FC236}">
                <a16:creationId xmlns:a16="http://schemas.microsoft.com/office/drawing/2014/main" id="{0D3DA49E-6BCF-4AC4-B935-9372CF029C86}"/>
              </a:ext>
            </a:extLst>
          </p:cNvPr>
          <p:cNvSpPr>
            <a:spLocks noGrp="1"/>
          </p:cNvSpPr>
          <p:nvPr>
            <p:ph type="body" sz="quarter" idx="21"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6607176" y="2286000"/>
            <a:ext cx="5027614" cy="331012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46454262"/>
      </p:ext>
    </p:extLst>
  </p:cSld>
  <p:clrMapOvr>
    <a:masterClrMapping/>
  </p:clrMapOvr>
  <p:extLst>
    <p:ext uri="{DCECCB84-F9BA-43D5-87BE-67443E8EF086}">
      <p15:sldGuideLst xmlns:p15="http://schemas.microsoft.com/office/powerpoint/2012/main">
        <p15:guide id="1" orient="horz" pos="1440" userDrawn="1">
          <p15:clr>
            <a:srgbClr val="FBAE40"/>
          </p15:clr>
        </p15:guide>
        <p15:guide id="2" orient="horz" pos="792" userDrawn="1">
          <p15:clr>
            <a:srgbClr val="FBAE40"/>
          </p15:clr>
        </p15:guide>
        <p15:guide id="3" orient="horz" pos="35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 Statement 3">
    <p:spTree>
      <p:nvGrpSpPr>
        <p:cNvPr id="1" name=""/>
        <p:cNvGrpSpPr/>
        <p:nvPr/>
      </p:nvGrpSpPr>
      <p:grpSpPr>
        <a:xfrm>
          <a:off x="0" y="0"/>
          <a:ext cx="0" cy="0"/>
          <a:chOff x="0" y="0"/>
          <a:chExt cx="0" cy="0"/>
        </a:xfrm>
      </p:grpSpPr>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dirty="0"/>
              <a:t>Section name (optional) / Title / Month 20YY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dirty="0"/>
          </a:p>
        </p:txBody>
      </p:sp>
      <p:sp>
        <p:nvSpPr>
          <p:cNvPr id="14" name="Title 6">
            <a:extLst>
              <a:ext uri="{FF2B5EF4-FFF2-40B4-BE49-F238E27FC236}">
                <a16:creationId xmlns:a16="http://schemas.microsoft.com/office/drawing/2014/main" id="{6D4F9971-BA27-4DF9-9670-81370BC41F18}"/>
              </a:ext>
            </a:extLst>
          </p:cNvPr>
          <p:cNvSpPr>
            <a:spLocks noGrp="1"/>
          </p:cNvSpPr>
          <p:nvPr>
            <p:ph type="title" hasCustomPrompt="1"/>
          </p:nvPr>
        </p:nvSpPr>
        <p:spPr>
          <a:xfrm>
            <a:off x="567039" y="342900"/>
            <a:ext cx="11062709" cy="460551"/>
          </a:xfrm>
        </p:spPr>
        <p:txBody>
          <a:bodyPr/>
          <a:lstStyle/>
          <a:p>
            <a:r>
              <a:rPr lang="en-US" dirty="0"/>
              <a:t>[Headline]</a:t>
            </a:r>
          </a:p>
        </p:txBody>
      </p:sp>
      <p:sp>
        <p:nvSpPr>
          <p:cNvPr id="17" name="Sub-headline">
            <a:extLst>
              <a:ext uri="{FF2B5EF4-FFF2-40B4-BE49-F238E27FC236}">
                <a16:creationId xmlns:a16="http://schemas.microsoft.com/office/drawing/2014/main" id="{D4ED6766-5856-43C2-97F7-01E8EBA9AD1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567038" y="1261872"/>
            <a:ext cx="5029200" cy="1380779"/>
          </a:xfrm>
        </p:spPr>
        <p:txBody>
          <a:bodyPr>
            <a:noAutofit/>
          </a:bodyPr>
          <a:lstStyle>
            <a:lvl1pPr marL="0" indent="0">
              <a:buFont typeface="Arial" panose="020B0604020202020204" pitchFamily="34" charset="0"/>
              <a:buChar char="​"/>
              <a:defRPr sz="1600"/>
            </a:lvl1pPr>
            <a:lvl2pPr marL="227013" indent="-227013">
              <a:defRPr sz="1600"/>
            </a:lvl2pPr>
            <a:lvl3pPr marL="460375" indent="-233363">
              <a:defRPr sz="1400"/>
            </a:lvl3pPr>
            <a:lvl4pPr marL="687388" indent="-227013">
              <a:defRPr sz="1200"/>
            </a:lvl4pPr>
            <a:lvl5pPr marL="914400" indent="-227013">
              <a:defRPr sz="1200"/>
            </a:lvl5pPr>
          </a:lstStyle>
          <a:p>
            <a:pPr lvl="0"/>
            <a:r>
              <a:rPr lang="en-US" dirty="0"/>
              <a:t>[Click to add statement]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567038" y="2828182"/>
            <a:ext cx="5029200" cy="2772518"/>
          </a:xfrm>
        </p:spPr>
        <p:txBody>
          <a:bodyPr/>
          <a:lstStyle>
            <a:lvl1pPr>
              <a:defRPr sz="1200"/>
            </a:lvl1pPr>
            <a:lvl2pPr>
              <a:defRPr sz="1200"/>
            </a:lvl2pPr>
            <a:lvl3pPr>
              <a:defRPr sz="1200"/>
            </a:lvl3pPr>
            <a:lvl4pPr>
              <a:defRPr sz="1200"/>
            </a:lvl4pPr>
            <a:lvl5pPr>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6607175" y="1261872"/>
            <a:ext cx="5024651" cy="4937760"/>
          </a:xfrm>
          <a:noFill/>
        </p:spPr>
        <p:txBody>
          <a:bodyPr anchor="ctr"/>
          <a:lstStyle>
            <a:lvl1pPr marL="0" indent="0" algn="ctr">
              <a:buNone/>
              <a:defRPr/>
            </a:lvl1pPr>
            <a:lvl2pPr marL="169863" indent="0">
              <a:buNone/>
              <a:defRPr/>
            </a:lvl2pPr>
          </a:lstStyle>
          <a:p>
            <a:pPr lvl="0"/>
            <a:r>
              <a:rPr lang="en-US" dirty="0"/>
              <a:t>[Click respective icon to add CHART or TABLE </a:t>
            </a:r>
            <a:br>
              <a:rPr lang="en-US" dirty="0"/>
            </a:br>
            <a:r>
              <a:rPr lang="en-US" dirty="0"/>
              <a:t>– not text]</a:t>
            </a:r>
          </a:p>
        </p:txBody>
      </p:sp>
      <p:sp>
        <p:nvSpPr>
          <p:cNvPr id="16" name="Footnote">
            <a:extLst>
              <a:ext uri="{FF2B5EF4-FFF2-40B4-BE49-F238E27FC236}">
                <a16:creationId xmlns:a16="http://schemas.microsoft.com/office/drawing/2014/main" id="{49C5F243-305C-4A83-8B6C-457510264654}"/>
              </a:ext>
            </a:extLst>
          </p:cNvPr>
          <p:cNvSpPr>
            <a:spLocks noGrp="1"/>
          </p:cNvSpPr>
          <p:nvPr>
            <p:ph type="body" sz="quarter" idx="21" hasCustomPrompt="1"/>
          </p:nvPr>
        </p:nvSpPr>
        <p:spPr>
          <a:xfrm>
            <a:off x="567039" y="5687045"/>
            <a:ext cx="5029200"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600499690"/>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4000" b="1" dirty="0">
                <a:solidFill>
                  <a:schemeClr val="tx1"/>
                </a:solidFill>
              </a:rPr>
              <a:t>STATEMENTS</a:t>
            </a:r>
          </a:p>
        </p:txBody>
      </p:sp>
    </p:spTree>
    <p:extLst>
      <p:ext uri="{BB962C8B-B14F-4D97-AF65-F5344CB8AC3E}">
        <p14:creationId xmlns:p14="http://schemas.microsoft.com/office/powerpoint/2010/main" val="3521994811"/>
      </p:ext>
    </p:extLst>
  </p:cSld>
  <p:clrMapOvr>
    <a:masterClrMapping/>
  </p:clrMapOvr>
</p:sldLayout>
</file>

<file path=ppt/slideLayouts/slideLayout26.xml><?xml version="1.0" encoding="UTF-8" standalone="yes"?>
<p:sldLayout xmlns:a="http://schemas.openxmlformats.org/drawingml/2006/main" xmlns:r="http://schemas.openxmlformats.org/officeDocument/2006/relationships" xmlns:p="http://schemas.openxmlformats.org/presentationml/2006/main" preserve="1" userDrawn="1"><p:cSld name="Statement Photo"><p:spTree><p:nvGrpSpPr><p:cNvPr id="1" name=""/><p:cNvGrpSpPr/><p:nvPr/></p:nvGrpSpPr><p:grpSpPr><a:xfrm><a:off x="0" y="0"/><a:ext cx="0" cy="0"/><a:chOff x="0" y="0"/><a:chExt cx="0" cy="0"/></a:xfrm></p:grpSpPr><p:sp><p:nvSpPr><p:cNvPr id="5" name="Slide Number Placeholder 4"><a:extLst><a:ext uri="{FF2B5EF4-FFF2-40B4-BE49-F238E27FC236}"><a16:creationId xmlns:a16="http://schemas.microsoft.com/office/drawing/2014/main" id="{3FAE9242-AE57-42CB-99F5-9AFC9B96251A}"/></a:ext></a:extLst></p:cNvPr><p:cNvSpPr><a:spLocks noGrp="1"/></p:cNvSpPr><p:nvPr><p:ph type="sldNum" sz="quarter" idx="12"/></p:nvPr></p:nvSpPr><p:spPr/><p:txBody><a:bodyPr/><a:lstStyle><a:lvl1pPr><a:defRPr><a:solidFill><a:schemeClr val="bg1"/></a:solidFill></a:defRPr></a:lvl1pPr></a:lstStyle><a:p><a:fld id="{5CFA18E4-D58E-4B28-B105-28D9665A8EBC}" type="slidenum"><a:rPr lang="en-US" smtClean="0"/><a:pPr/><a:t>‹#›</a:t></a:fld><a:endParaRPr lang="en-US" dirty="0"/></a:p></p:txBody></p:sp><p:sp><p:nvSpPr><p:cNvPr id="8" name="Picture Placeholder 7"><a:extLst><a:ext uri="{FF2B5EF4-FFF2-40B4-BE49-F238E27FC236}"><a16:creationId xmlns:a16="http://schemas.microsoft.com/office/drawing/2014/main" id="{BF7B47CD-8901-46EE-AB48-D0A3C468D400}"/></a:ext><a:ext uri="{C183D7F6-B498-43B3-948B-1728B52AA6E4}"><adec:decorative xmlns:adec="http://schemas.microsoft.com/office/drawing/2017/decorative" val="0"/></a:ext></a:extLst></p:cNvPr><p:cNvSpPr><a:spLocks noGrp="1"/></p:cNvSpPr><p:nvPr><p:ph type="pic" sz="quarter" idx="13" hasCustomPrompt="1"/></p:nvPr></p:nvSpPr><p:spPr><a:xfrm><a:off x="0" y="0"/><a:ext cx="12192000" cy="6858000"/></a:xfrm><a:prstGeom prst="rect"><a:avLst/></a:prstGeom><a:stretch><a:fillRect/></a:stretch></p:blipFill><p:spPr><a:xfrm><a:off x="573308" y="6390576"/><a:ext cx="762002" cy="365761"/></a:xfrm><a:prstGeom prst="rect"><a:avLst/></a:prstGeom></p:spPr></p:pic></p:spTree><p:extLst><p:ext uri="{BB962C8B-B14F-4D97-AF65-F5344CB8AC3E}"><p14:creationId xmlns:p14="http://schemas.microsoft.com/office/powerpoint/2010/main" val="56521050"/></p:ext></p:extLst></p:cSld><p:clrMapOvr><a:masterClrMapping/></p:clrMapOvr></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tatement Black">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
        <p:nvSpPr>
          <p:cNvPr id="64" name="Rectangle 63">
            <a:extLst>
              <a:ext uri="{FF2B5EF4-FFF2-40B4-BE49-F238E27FC236}">
                <a16:creationId xmlns:a16="http://schemas.microsoft.com/office/drawing/2014/main" id="{0AF2750B-AD6E-4AB7-BC8F-49A352652125}"/>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574927552"/>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tement White">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11" name="Text Placeholder 6">
            <a:extLst>
              <a:ext uri="{FF2B5EF4-FFF2-40B4-BE49-F238E27FC236}">
                <a16:creationId xmlns:a16="http://schemas.microsoft.com/office/drawing/2014/main" id="{E728C08C-0481-418C-8998-03197761BCAE}"/>
              </a:ext>
            </a:extLst>
          </p:cNvPr>
          <p:cNvSpPr>
            <a:spLocks noGrp="1"/>
          </p:cNvSpPr>
          <p:nvPr>
            <p:ph type="body" sz="quarter" idx="13" hasCustomPrompt="1"/>
          </p:nvPr>
        </p:nvSpPr>
        <p:spPr>
          <a:xfrm>
            <a:off x="567038" y="647699"/>
            <a:ext cx="11064240" cy="5046659"/>
          </a:xfrm>
          <a:prstGeom prst="rect">
            <a:avLst/>
          </a:prstGeom>
        </p:spPr>
        <p:txBody>
          <a:bodyPr anchor="ctr">
            <a:normAutofit/>
          </a:bodyPr>
          <a:lstStyle>
            <a:lvl1pPr marL="0" indent="0">
              <a:buNone/>
              <a:defRPr sz="36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dirty="0"/>
              <a:t>[Add statement]</a:t>
            </a:r>
          </a:p>
        </p:txBody>
      </p:sp>
    </p:spTree>
    <p:extLst>
      <p:ext uri="{BB962C8B-B14F-4D97-AF65-F5344CB8AC3E}">
        <p14:creationId xmlns:p14="http://schemas.microsoft.com/office/powerpoint/2010/main" val="402731383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DIVIDERS</a:t>
            </a:r>
          </a:p>
        </p:txBody>
      </p:sp>
    </p:spTree>
    <p:extLst>
      <p:ext uri="{BB962C8B-B14F-4D97-AF65-F5344CB8AC3E}">
        <p14:creationId xmlns:p14="http://schemas.microsoft.com/office/powerpoint/2010/main" val="36988886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21" name="Rectangle 120">
            <a:extLst>
              <a:ext uri="{FF2B5EF4-FFF2-40B4-BE49-F238E27FC236}">
                <a16:creationId xmlns:a16="http://schemas.microsoft.com/office/drawing/2014/main" id="{7387A807-7D19-4269-A6EC-9BCB23361399}"/>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85512286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vider 4 Photo">
    <p:bg>
      <p:bgPr>
        <a:solidFill>
          <a:schemeClr val="accent5"/>
        </a:solid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A59E951D-F3DE-46AE-984E-2C735163DA5E}"/>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040326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1">
    <p:bg>
      <p:bgRef idx="1001">
        <a:schemeClr val="bg1"/>
      </p:bgRef>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8" name="Text Placeholder 6">
            <a:extLst>
              <a:ext uri="{FF2B5EF4-FFF2-40B4-BE49-F238E27FC236}">
                <a16:creationId xmlns:a16="http://schemas.microsoft.com/office/drawing/2014/main" id="{BFDBA538-CF34-4648-8EE0-7F62FCB87133}"/>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Tree>
    <p:extLst>
      <p:ext uri="{BB962C8B-B14F-4D97-AF65-F5344CB8AC3E}">
        <p14:creationId xmlns:p14="http://schemas.microsoft.com/office/powerpoint/2010/main" val="1857519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chemeClr val="accent5"/>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dirty="0"/>
              <a:t>Section name (optional) / Title / Month 20YY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9" name="Title 1">
            <a:extLst>
              <a:ext uri="{FF2B5EF4-FFF2-40B4-BE49-F238E27FC236}">
                <a16:creationId xmlns:a16="http://schemas.microsoft.com/office/drawing/2014/main" id="{E30EE35D-B2D5-4830-B369-B5A8238119AC}"/>
              </a:ext>
            </a:extLst>
          </p:cNvPr>
          <p:cNvSpPr>
            <a:spLocks noGrp="1"/>
          </p:cNvSpPr>
          <p:nvPr>
            <p:ph type="title" hasCustomPrompt="1"/>
          </p:nvPr>
        </p:nvSpPr>
        <p:spPr>
          <a:xfrm>
            <a:off x="558799" y="1955801"/>
            <a:ext cx="4059936" cy="3440164"/>
          </a:xfrm>
          <a:prstGeom prst="rect">
            <a:avLst/>
          </a:prstGeom>
        </p:spPr>
        <p:txBody>
          <a:bodyPr>
            <a:normAutofit/>
          </a:bodyPr>
          <a:lstStyle>
            <a:lvl1pPr>
              <a:defRPr sz="4000"/>
            </a:lvl1pPr>
          </a:lstStyle>
          <a:p>
            <a:r>
              <a:rPr lang="en-US" dirty="0"/>
              <a:t>[Add divider slide title]</a:t>
            </a:r>
          </a:p>
        </p:txBody>
      </p:sp>
      <p:sp>
        <p:nvSpPr>
          <p:cNvPr id="11" name="Text Placeholder 6">
            <a:extLst>
              <a:ext uri="{FF2B5EF4-FFF2-40B4-BE49-F238E27FC236}">
                <a16:creationId xmlns:a16="http://schemas.microsoft.com/office/drawing/2014/main" id="{1512F92D-B39B-4FD8-861D-DD5F814885B6}"/>
              </a:ext>
            </a:extLst>
          </p:cNvPr>
          <p:cNvSpPr>
            <a:spLocks noGrp="1"/>
          </p:cNvSpPr>
          <p:nvPr>
            <p:ph type="body" sz="quarter" idx="14" hasCustomPrompt="1"/>
          </p:nvPr>
        </p:nvSpPr>
        <p:spPr>
          <a:xfrm>
            <a:off x="558800" y="5395965"/>
            <a:ext cx="4059936" cy="809574"/>
          </a:xfrm>
        </p:spPr>
        <p:txBody>
          <a:bodyPr anchor="b"/>
          <a:lstStyle>
            <a:lvl1pPr marL="0" indent="0">
              <a:buNone/>
              <a:defRPr/>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Presenter First and Last Name]</a:t>
            </a:r>
            <a:br>
              <a:rPr lang="en-US" dirty="0"/>
            </a:br>
            <a:r>
              <a:rPr lang="en-US" dirty="0"/>
              <a:t>[Optional, Presenter First and Last Name]</a:t>
            </a:r>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6607174" y="1955800"/>
            <a:ext cx="5026027"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dirty="0"/>
              <a:t>[Click to add text]</a:t>
            </a:r>
          </a:p>
        </p:txBody>
      </p:sp>
      <p:sp>
        <p:nvSpPr>
          <p:cNvPr id="62" name="Rectangle 61">
            <a:extLst>
              <a:ext uri="{FF2B5EF4-FFF2-40B4-BE49-F238E27FC236}">
                <a16:creationId xmlns:a16="http://schemas.microsoft.com/office/drawing/2014/main" id="{B06DD8B7-FA4D-4FA7-93BB-F640355701C6}"/>
              </a:ext>
              <a:ext uri="{C183D7F6-B498-43B3-948B-1728B52AA6E4}">
                <adec:decorative xmlns:adec="http://schemas.microsoft.com/office/drawing/2017/decorative" val="1"/>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20287835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8800" b="1" dirty="0">
                <a:solidFill>
                  <a:schemeClr val="tx1"/>
                </a:solidFill>
              </a:rPr>
              <a:t>These layouts for Heritage </a:t>
            </a:r>
            <a:br>
              <a:rPr lang="en-US" sz="8800" b="1" dirty="0">
                <a:solidFill>
                  <a:schemeClr val="tx1"/>
                </a:solidFill>
              </a:rPr>
            </a:br>
            <a:r>
              <a:rPr lang="en-US" sz="8800" b="1" dirty="0">
                <a:solidFill>
                  <a:schemeClr val="tx1"/>
                </a:solidFill>
              </a:rPr>
              <a:t>IHS Markit </a:t>
            </a:r>
          </a:p>
          <a:p>
            <a:pPr algn="ctr"/>
            <a:r>
              <a:rPr lang="en-US" sz="8800" b="1" dirty="0">
                <a:solidFill>
                  <a:schemeClr val="tx1"/>
                </a:solidFill>
              </a:rPr>
              <a:t>PPT reports only</a:t>
            </a:r>
          </a:p>
        </p:txBody>
      </p:sp>
    </p:spTree>
    <p:extLst>
      <p:ext uri="{BB962C8B-B14F-4D97-AF65-F5344CB8AC3E}">
        <p14:creationId xmlns:p14="http://schemas.microsoft.com/office/powerpoint/2010/main" val="7057110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BA10638-F8C8-460B-BF8F-560536AE12C9}"/>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4" name="Sub-headline">
            <a:extLst>
              <a:ext uri="{FF2B5EF4-FFF2-40B4-BE49-F238E27FC236}">
                <a16:creationId xmlns:a16="http://schemas.microsoft.com/office/drawing/2014/main" id="{7FD28A21-9996-4A7D-92D3-5150F7C775EF}"/>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57300"/>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66746"/>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note">
            <a:extLst>
              <a:ext uri="{FF2B5EF4-FFF2-40B4-BE49-F238E27FC236}">
                <a16:creationId xmlns:a16="http://schemas.microsoft.com/office/drawing/2014/main" id="{5197417C-C410-43F1-9B2C-D847D35740A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034478303"/>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Placeholders 1">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4647B6-122D-44F9-8D7F-50F8A7ACC9B7}"/>
              </a:ext>
            </a:extLst>
          </p:cNvPr>
          <p:cNvSpPr>
            <a:spLocks noGrp="1"/>
          </p:cNvSpPr>
          <p:nvPr>
            <p:ph type="ftr" sz="quarter" idx="21"/>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DE438935-9E2D-4AE3-9F3D-D5F3BB7EB9D5}"/>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1"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4428715"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8293719" y="1257299"/>
            <a:ext cx="3337560"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A14DB3E1-6D55-4844-83B1-91565767B002}"/>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467079774"/>
      </p:ext>
    </p:extLst>
  </p:cSld>
  <p:clrMapOvr>
    <a:masterClrMapping/>
  </p:clrMapOvr>
  <p:extLst>
    <p:ext uri="{DCECCB84-F9BA-43D5-87BE-67443E8EF086}">
      <p15:sldGuideLst xmlns:p15="http://schemas.microsoft.com/office/powerpoint/2012/main">
        <p15:guide id="5" orient="horz" pos="792" userDrawn="1">
          <p15:clr>
            <a:srgbClr val="FBAE40"/>
          </p15:clr>
        </p15:guide>
        <p15:guide id="6" orient="horz" pos="352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Placeholders 2">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934465B-44AB-421E-BC47-0D67C004C08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2ECAC461-FE4E-4AB6-AB93-3D153F6E59A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3772" cy="434340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8503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note">
            <a:extLst>
              <a:ext uri="{FF2B5EF4-FFF2-40B4-BE49-F238E27FC236}">
                <a16:creationId xmlns:a16="http://schemas.microsoft.com/office/drawing/2014/main" id="{F9E2DB8B-6E97-4FE5-BF0C-EF72C02F057D}"/>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270346545"/>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laceholders 3">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6180C9-13C1-4554-989B-D2FCC7C65C17}"/>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5" name="Sub-headline">
            <a:extLst>
              <a:ext uri="{FF2B5EF4-FFF2-40B4-BE49-F238E27FC236}">
                <a16:creationId xmlns:a16="http://schemas.microsoft.com/office/drawing/2014/main" id="{5CEC3D32-DE73-4338-BFCC-E7BDCD2C2A37}"/>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11064240"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note">
            <a:extLst>
              <a:ext uri="{FF2B5EF4-FFF2-40B4-BE49-F238E27FC236}">
                <a16:creationId xmlns:a16="http://schemas.microsoft.com/office/drawing/2014/main" id="{7206E27B-EDA8-4480-A52B-C084CF0D5799}"/>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3226088006"/>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our Placeholders">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3664AE1-F712-4056-96F2-627ACD75D8AB}"/>
              </a:ext>
            </a:extLst>
          </p:cNvPr>
          <p:cNvSpPr>
            <a:spLocks noGrp="1"/>
          </p:cNvSpPr>
          <p:nvPr>
            <p:ph type="ftr" sz="quarter" idx="35"/>
          </p:nvPr>
        </p:nvSpPr>
        <p:spPr/>
        <p:txBody>
          <a:bodyPr/>
          <a:lstStyle/>
          <a:p>
            <a:r>
              <a:rPr lang="en-US" dirty="0"/>
              <a:t>Section name (optional) / Title / Month 20YY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dirty="0"/>
          </a:p>
        </p:txBody>
      </p:sp>
      <p:sp>
        <p:nvSpPr>
          <p:cNvPr id="11" name="Title 6">
            <a:extLst>
              <a:ext uri="{FF2B5EF4-FFF2-40B4-BE49-F238E27FC236}">
                <a16:creationId xmlns:a16="http://schemas.microsoft.com/office/drawing/2014/main" id="{249FEED1-049B-4B90-B377-73CC89853AC3}"/>
              </a:ext>
            </a:extLst>
          </p:cNvPr>
          <p:cNvSpPr>
            <a:spLocks noGrp="1"/>
          </p:cNvSpPr>
          <p:nvPr>
            <p:ph type="title" hasCustomPrompt="1"/>
          </p:nvPr>
        </p:nvSpPr>
        <p:spPr>
          <a:xfrm>
            <a:off x="563712" y="342900"/>
            <a:ext cx="11062709" cy="460551"/>
          </a:xfrm>
        </p:spPr>
        <p:txBody>
          <a:bodyPr/>
          <a:lstStyle/>
          <a:p>
            <a:r>
              <a:rPr lang="en-US" dirty="0"/>
              <a:t>[Headline]</a:t>
            </a:r>
          </a:p>
        </p:txBody>
      </p:sp>
      <p:sp>
        <p:nvSpPr>
          <p:cNvPr id="16" name="Sub-headline">
            <a:extLst>
              <a:ext uri="{FF2B5EF4-FFF2-40B4-BE49-F238E27FC236}">
                <a16:creationId xmlns:a16="http://schemas.microsoft.com/office/drawing/2014/main" id="{F346F33D-2E31-4707-AF32-FF8FAE8A45A3}"/>
              </a:ext>
            </a:extLst>
          </p:cNvPr>
          <p:cNvSpPr>
            <a:spLocks noGrp="1"/>
          </p:cNvSpPr>
          <p:nvPr>
            <p:ph type="body" sz="quarter" idx="13" hasCustomPrompt="1"/>
          </p:nvPr>
        </p:nvSpPr>
        <p:spPr>
          <a:xfrm>
            <a:off x="567039" y="899026"/>
            <a:ext cx="11064240" cy="278706"/>
          </a:xfrm>
          <a:prstGeom prst="rect">
            <a:avLst/>
          </a:prstGeom>
        </p:spPr>
        <p:txBody>
          <a:bodyPr lIns="0"/>
          <a:lstStyle>
            <a:lvl1pPr marL="0" indent="0">
              <a:buNone/>
              <a:defRPr sz="1800" b="0">
                <a:latin typeface="+mn-lt"/>
              </a:defRPr>
            </a:lvl1pPr>
            <a:lvl2pPr marL="169863" indent="0">
              <a:buNone/>
              <a:defRPr/>
            </a:lvl2pPr>
          </a:lstStyle>
          <a:p>
            <a:pPr lvl="0"/>
            <a:r>
              <a:rPr lang="en-US" dirty="0"/>
              <a:t>[Sub-headline]</a:t>
            </a:r>
          </a:p>
        </p:txBody>
      </p:sp>
      <p:sp>
        <p:nvSpPr>
          <p:cNvPr id="8" name="Content Placeholder 2">
            <a:extLst>
              <a:ext uri="{FF2B5EF4-FFF2-40B4-BE49-F238E27FC236}">
                <a16:creationId xmlns:a16="http://schemas.microsoft.com/office/drawing/2014/main" id="{7715AF6A-0E10-44AB-B296-289FDE3CCF3A}"/>
              </a:ext>
            </a:extLst>
          </p:cNvPr>
          <p:cNvSpPr>
            <a:spLocks noGrp="1"/>
          </p:cNvSpPr>
          <p:nvPr>
            <p:ph sz="quarter" idx="17" hasCustomPrompt="1"/>
          </p:nvPr>
        </p:nvSpPr>
        <p:spPr>
          <a:xfrm>
            <a:off x="563712"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91C74582-35F9-4EBE-914F-B2B9606E1172}"/>
              </a:ext>
            </a:extLst>
          </p:cNvPr>
          <p:cNvSpPr>
            <a:spLocks noGrp="1"/>
          </p:cNvSpPr>
          <p:nvPr>
            <p:ph sz="quarter" idx="18" hasCustomPrompt="1"/>
          </p:nvPr>
        </p:nvSpPr>
        <p:spPr>
          <a:xfrm>
            <a:off x="6344516" y="1261872"/>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84D1402A-B147-4C3B-B5F7-81B053EC1DD6}"/>
              </a:ext>
            </a:extLst>
          </p:cNvPr>
          <p:cNvSpPr>
            <a:spLocks noGrp="1"/>
          </p:cNvSpPr>
          <p:nvPr>
            <p:ph sz="quarter" idx="19" hasCustomPrompt="1"/>
          </p:nvPr>
        </p:nvSpPr>
        <p:spPr>
          <a:xfrm>
            <a:off x="563712" y="3674314"/>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D1D97A98-7AE7-4D51-BF40-6464C40A1152}"/>
              </a:ext>
            </a:extLst>
          </p:cNvPr>
          <p:cNvSpPr>
            <a:spLocks noGrp="1"/>
          </p:cNvSpPr>
          <p:nvPr>
            <p:ph sz="quarter" idx="20" hasCustomPrompt="1"/>
          </p:nvPr>
        </p:nvSpPr>
        <p:spPr>
          <a:xfrm>
            <a:off x="6344516" y="3674313"/>
            <a:ext cx="5285232" cy="1920240"/>
          </a:xfrm>
        </p:spPr>
        <p:txBody>
          <a:body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note">
            <a:extLst>
              <a:ext uri="{FF2B5EF4-FFF2-40B4-BE49-F238E27FC236}">
                <a16:creationId xmlns:a16="http://schemas.microsoft.com/office/drawing/2014/main" id="{B09D4A4B-356B-4A62-9288-4627B8B3C318}"/>
              </a:ext>
            </a:extLst>
          </p:cNvPr>
          <p:cNvSpPr>
            <a:spLocks noGrp="1"/>
          </p:cNvSpPr>
          <p:nvPr>
            <p:ph type="body" sz="quarter" idx="15" hasCustomPrompt="1"/>
          </p:nvPr>
        </p:nvSpPr>
        <p:spPr>
          <a:xfrm>
            <a:off x="567039" y="5687045"/>
            <a:ext cx="11060912" cy="525368"/>
          </a:xfrm>
          <a:prstGeom prst="rect">
            <a:avLst/>
          </a:prstGeom>
        </p:spPr>
        <p:txBody>
          <a:bodyPr tIns="0" bIns="0" anchor="b"/>
          <a:lstStyle>
            <a:lvl1pPr marL="0" indent="0">
              <a:lnSpc>
                <a:spcPct val="100000"/>
              </a:lnSpc>
              <a:spcBef>
                <a:spcPts val="0"/>
              </a:spcBef>
              <a:spcAft>
                <a:spcPts val="200"/>
              </a:spcAft>
              <a:buSzPct val="25000"/>
              <a:buFont typeface="Arial" panose="020B0604020202020204" pitchFamily="34" charset="0"/>
              <a:buNone/>
              <a:defRPr sz="700">
                <a:latin typeface="+mn-lt"/>
              </a:defRPr>
            </a:lvl1pPr>
            <a:lvl2pPr marL="169863" indent="-112713">
              <a:lnSpc>
                <a:spcPct val="70000"/>
              </a:lnSpc>
              <a:spcBef>
                <a:spcPts val="0"/>
              </a:spcBef>
              <a:buFont typeface="Arial" panose="020B0604020202020204" pitchFamily="34" charset="0"/>
              <a:buChar char="•"/>
              <a:defRPr sz="700">
                <a:latin typeface="+mn-lt"/>
              </a:defRPr>
            </a:lvl2pPr>
            <a:lvl3pPr marL="341312" indent="0">
              <a:buNone/>
              <a:defRPr/>
            </a:lvl3pPr>
          </a:lstStyle>
          <a:p>
            <a:pPr lvl="0"/>
            <a:r>
              <a:rPr lang="en-US" dirty="0"/>
              <a:t>[Source / Legal disclaimer / Footnote]</a:t>
            </a:r>
          </a:p>
        </p:txBody>
      </p:sp>
    </p:spTree>
    <p:extLst>
      <p:ext uri="{BB962C8B-B14F-4D97-AF65-F5344CB8AC3E}">
        <p14:creationId xmlns:p14="http://schemas.microsoft.com/office/powerpoint/2010/main" val="1281372971"/>
      </p:ext>
    </p:extLst>
  </p:cSld>
  <p:clrMapOvr>
    <a:masterClrMapping/>
  </p:clrMapOvr>
  <p:extLst>
    <p:ext uri="{DCECCB84-F9BA-43D5-87BE-67443E8EF086}">
      <p15:sldGuideLst xmlns:p15="http://schemas.microsoft.com/office/powerpoint/2012/main">
        <p15:guide id="1" orient="horz" pos="792" userDrawn="1">
          <p15:clr>
            <a:srgbClr val="FBAE40"/>
          </p15:clr>
        </p15:guide>
        <p15:guide id="2" orient="horz" pos="352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TITLES</a:t>
            </a:r>
          </a:p>
        </p:txBody>
      </p:sp>
    </p:spTree>
    <p:extLst>
      <p:ext uri="{BB962C8B-B14F-4D97-AF65-F5344CB8AC3E}">
        <p14:creationId xmlns:p14="http://schemas.microsoft.com/office/powerpoint/2010/main" val="22201581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Image Bottom">
    <p:bg>
      <p:bgRef idx="1001">
        <a:schemeClr val="bg1"/>
      </p:bgRef>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11215010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White - reports and presentations (hIHS)">
    <p:bg>
      <p:bgRef idx="1001">
        <a:schemeClr val="bg1"/>
      </p:bgRef>
    </p:bg>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FE429373-F3E5-FE93-2985-3A20602CB30D}"/>
              </a:ext>
            </a:extLst>
          </p:cNvPr>
          <p:cNvSpPr>
            <a:spLocks noGrp="1"/>
          </p:cNvSpPr>
          <p:nvPr>
            <p:ph type="body" sz="quarter" idx="21" hasCustomPrompt="1"/>
          </p:nvPr>
        </p:nvSpPr>
        <p:spPr>
          <a:xfrm>
            <a:off x="566382" y="1267411"/>
            <a:ext cx="5529618" cy="233318"/>
          </a:xfrm>
          <a:prstGeom prst="rect">
            <a:avLst/>
          </a:prstGeom>
        </p:spPr>
        <p:txBody>
          <a:bodyPr>
            <a:noAutofit/>
          </a:bodyPr>
          <a:lstStyle>
            <a:lvl1pPr marL="0" indent="0" algn="l">
              <a:buNone/>
              <a:defRPr sz="1200"/>
            </a:lvl1pPr>
            <a:lvl2pPr marL="0" indent="0">
              <a:buNone/>
              <a:defRPr/>
            </a:lvl2pPr>
            <a:lvl3pPr marL="0" indent="0">
              <a:buNone/>
              <a:defRPr/>
            </a:lvl3pPr>
            <a:lvl4pPr marL="0" indent="0">
              <a:buNone/>
              <a:defRPr/>
            </a:lvl4pPr>
            <a:lvl5pPr marL="0" indent="0">
              <a:buNone/>
              <a:defRPr/>
            </a:lvl5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lang="en-US" dirty="0"/>
              <a:t>[Optional placeholder—Delete this placeholder if you aren’t using it]</a:t>
            </a:r>
          </a:p>
        </p:txBody>
      </p:sp>
      <p:sp>
        <p:nvSpPr>
          <p:cNvPr id="71" name="Rectangle 70">
            <a:extLst>
              <a:ext uri="{FF2B5EF4-FFF2-40B4-BE49-F238E27FC236}">
                <a16:creationId xmlns:a16="http://schemas.microsoft.com/office/drawing/2014/main" id="{10E65810-F0E8-45BE-885C-C4B416AFE65D}"/>
              </a:ext>
            </a:extLst>
          </p:cNvPr>
          <p:cNvSpPr/>
          <p:nvPr userDrawn="1"/>
        </p:nvSpPr>
        <p:spPr>
          <a:xfrm>
            <a:off x="5645682" y="6467927"/>
            <a:ext cx="5986798" cy="307777"/>
          </a:xfrm>
          <a:prstGeom prst="rect">
            <a:avLst/>
          </a:prstGeom>
        </p:spPr>
        <p:txBody>
          <a:bodyPr wrap="square" anchor="b">
            <a:spAutoFit/>
          </a:bodyPr>
          <a:lstStyle/>
          <a:p>
            <a:pPr algn="r"/>
            <a:r>
              <a:rPr lang="en-US" sz="700" dirty="0">
                <a:latin typeface="+mn-lt"/>
              </a:rPr>
              <a:t>© 2025 S&amp;P Global.  </a:t>
            </a:r>
            <a:br>
              <a:rPr lang="en-US" sz="700" dirty="0">
                <a:latin typeface="+mn-lt"/>
              </a:rPr>
            </a:br>
            <a:r>
              <a:rPr lang="en-US" sz="700" dirty="0">
                <a:latin typeface="+mn-lt"/>
              </a:rPr>
              <a:t>Permission to reprint or distribute any content from this presentation requires the prior written approval of S&amp;P Global.</a:t>
            </a:r>
          </a:p>
        </p:txBody>
      </p:sp>
    </p:spTree>
    <p:extLst>
      <p:ext uri="{BB962C8B-B14F-4D97-AF65-F5344CB8AC3E}">
        <p14:creationId xmlns:p14="http://schemas.microsoft.com/office/powerpoint/2010/main" val="65461517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TOC/AGENDA</a:t>
            </a:r>
          </a:p>
        </p:txBody>
      </p:sp>
    </p:spTree>
    <p:extLst>
      <p:ext uri="{BB962C8B-B14F-4D97-AF65-F5344CB8AC3E}">
        <p14:creationId xmlns:p14="http://schemas.microsoft.com/office/powerpoint/2010/main" val="41700770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Photo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780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 presentation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6" name="TextBox 5">
            <a:extLst>
              <a:ext uri="{FF2B5EF4-FFF2-40B4-BE49-F238E27FC236}">
                <a16:creationId xmlns:a16="http://schemas.microsoft.com/office/drawing/2014/main" id="{D1AB2D4B-61B8-4F93-BE55-9F895DB392B2}"/>
              </a:ext>
            </a:extLst>
          </p:cNvPr>
          <p:cNvSpPr txBox="1"/>
          <p:nvPr userDrawn="1"/>
        </p:nvSpPr>
        <p:spPr>
          <a:xfrm>
            <a:off x="558799" y="3694832"/>
            <a:ext cx="3583709" cy="615553"/>
          </a:xfrm>
          <a:prstGeom prst="rect">
            <a:avLst/>
          </a:prstGeom>
          <a:noFill/>
        </p:spPr>
        <p:txBody>
          <a:bodyPr wrap="square" lIns="0" tIns="0" rIns="0" bIns="0" rtlCol="0" anchor="ctr">
            <a:spAutoFit/>
          </a:bodyPr>
          <a:lstStyle/>
          <a:p>
            <a:pPr algn="l">
              <a:spcAft>
                <a:spcPts val="200"/>
              </a:spcAft>
            </a:pPr>
            <a:r>
              <a:rPr lang="en-US" sz="4000" dirty="0"/>
              <a:t>Agenda</a:t>
            </a:r>
          </a:p>
        </p:txBody>
      </p:sp>
      <p:sp>
        <p:nvSpPr>
          <p:cNvPr id="53" name="Text Placeholder 5">
            <a:extLst>
              <a:ext uri="{FF2B5EF4-FFF2-40B4-BE49-F238E27FC236}">
                <a16:creationId xmlns:a16="http://schemas.microsoft.com/office/drawing/2014/main" id="{7ADECE40-364B-4CC4-B417-72EED8D3C3F4}"/>
              </a:ext>
            </a:extLst>
          </p:cNvPr>
          <p:cNvSpPr>
            <a:spLocks noGrp="1"/>
          </p:cNvSpPr>
          <p:nvPr>
            <p:ph type="body" sz="quarter" idx="14" hasCustomPrompt="1"/>
          </p:nvPr>
        </p:nvSpPr>
        <p:spPr>
          <a:xfrm>
            <a:off x="6607175" y="1951891"/>
            <a:ext cx="5026025" cy="4101436"/>
          </a:xfrm>
          <a:prstGeom prst="rect">
            <a:avLst/>
          </a:prstGeom>
        </p:spPr>
        <p:txBody>
          <a:bodyPr anchor="ctr"/>
          <a:lstStyle>
            <a:lvl1pPr marL="0" indent="0">
              <a:buFont typeface="Arial" panose="020B0604020202020204" pitchFamily="34" charset="0"/>
              <a:buChar char="​"/>
              <a:defRPr sz="2400"/>
            </a:lvl1pPr>
            <a:lvl2pPr marL="228600" indent="-228600">
              <a:defRPr sz="1800"/>
            </a:lvl2pPr>
          </a:lstStyle>
          <a:p>
            <a:pPr lvl="0"/>
            <a:r>
              <a:rPr lang="en-US" dirty="0"/>
              <a:t>[Click to add content items]</a:t>
            </a:r>
          </a:p>
          <a:p>
            <a:pPr lvl="1"/>
            <a:r>
              <a:rPr lang="en-US" dirty="0"/>
              <a:t>Second level</a:t>
            </a:r>
          </a:p>
        </p:txBody>
      </p:sp>
    </p:spTree>
    <p:extLst>
      <p:ext uri="{BB962C8B-B14F-4D97-AF65-F5344CB8AC3E}">
        <p14:creationId xmlns:p14="http://schemas.microsoft.com/office/powerpoint/2010/main" val="23731276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OC - reports">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dirty="0"/>
          </a:p>
        </p:txBody>
      </p:sp>
      <p:sp>
        <p:nvSpPr>
          <p:cNvPr id="4" name="TextBox 3">
            <a:extLst>
              <a:ext uri="{FF2B5EF4-FFF2-40B4-BE49-F238E27FC236}">
                <a16:creationId xmlns:a16="http://schemas.microsoft.com/office/drawing/2014/main" id="{368E778E-5794-4781-A782-DE31D3000154}"/>
              </a:ext>
            </a:extLst>
          </p:cNvPr>
          <p:cNvSpPr txBox="1"/>
          <p:nvPr userDrawn="1"/>
        </p:nvSpPr>
        <p:spPr>
          <a:xfrm>
            <a:off x="567038" y="323644"/>
            <a:ext cx="11064240" cy="369332"/>
          </a:xfrm>
          <a:prstGeom prst="rect">
            <a:avLst/>
          </a:prstGeom>
          <a:noFill/>
        </p:spPr>
        <p:txBody>
          <a:bodyPr wrap="square" lIns="0" tIns="0" rIns="0" bIns="0" rtlCol="0">
            <a:spAutoFit/>
          </a:bodyPr>
          <a:lstStyle/>
          <a:p>
            <a:pPr algn="l"/>
            <a:r>
              <a:rPr lang="en-US" sz="2400" dirty="0"/>
              <a:t>Table of contents</a:t>
            </a:r>
          </a:p>
        </p:txBody>
      </p:sp>
      <p:sp>
        <p:nvSpPr>
          <p:cNvPr id="10" name="Content Placeholder 2">
            <a:extLst>
              <a:ext uri="{FF2B5EF4-FFF2-40B4-BE49-F238E27FC236}">
                <a16:creationId xmlns:a16="http://schemas.microsoft.com/office/drawing/2014/main" id="{85F1D6E6-A55C-4ECB-8E20-E9695CD41CD9}"/>
              </a:ext>
            </a:extLst>
          </p:cNvPr>
          <p:cNvSpPr>
            <a:spLocks noGrp="1"/>
          </p:cNvSpPr>
          <p:nvPr>
            <p:ph sz="quarter" idx="17" hasCustomPrompt="1"/>
          </p:nvPr>
        </p:nvSpPr>
        <p:spPr>
          <a:xfrm>
            <a:off x="567037" y="1257300"/>
            <a:ext cx="11060913" cy="4937760"/>
          </a:xfrm>
        </p:spPr>
        <p:txBody>
          <a:bodyPr numCol="2" spcCol="914400"/>
          <a:lstStyle>
            <a:lvl1pPr>
              <a:tabLst>
                <a:tab pos="5081588" algn="r"/>
              </a:tabLst>
              <a:defRPr/>
            </a:lvl1pPr>
            <a:lvl2pPr>
              <a:tabLst>
                <a:tab pos="5081588" algn="r"/>
              </a:tabLst>
              <a:defRPr/>
            </a:lvl2pPr>
            <a:lvl3pPr>
              <a:tabLst>
                <a:tab pos="5081588" algn="r"/>
              </a:tabLst>
              <a:defRPr/>
            </a:lvl3pPr>
            <a:lvl4pPr>
              <a:tabLst>
                <a:tab pos="5081588" algn="r"/>
              </a:tabLst>
              <a:defRPr/>
            </a:lvl4pPr>
            <a:lvl5pPr>
              <a:tabLst>
                <a:tab pos="5081588" algn="r"/>
              </a:tabLst>
              <a:defRPr/>
            </a:lvl5pPr>
          </a:lstStyle>
          <a:p>
            <a:pPr lvl="0"/>
            <a:r>
              <a:rPr kumimoji="0" lang="en-US" sz="1600" b="0" i="0" u="none" strike="noStrike" kern="1200" cap="none" spc="0" normalizeH="0" baseline="0" noProof="0" dirty="0">
                <a:ln>
                  <a:noFill/>
                </a:ln>
                <a:solidFill>
                  <a:srgbClr val="000000"/>
                </a:solidFill>
                <a:effectLst/>
                <a:uLnTx/>
                <a:uFillTx/>
                <a:latin typeface="Arial"/>
                <a:ea typeface="+mn-ea"/>
                <a:cs typeface="+mn-cs"/>
              </a:rPr>
              <a:t>[Click to add content]</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22287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24" userDrawn="1">
          <p15:clr>
            <a:srgbClr val="FBAE40"/>
          </p15:clr>
        </p15:guide>
        <p15:guide id="2" orient="horz" pos="381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 uri="{C183D7F6-B498-43B3-948B-1728B52AA6E4}">
                <adec:decorative xmlns:adec="http://schemas.microsoft.com/office/drawing/2017/decorative" val="0"/>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14000" b="1" dirty="0">
                <a:solidFill>
                  <a:schemeClr val="tx1"/>
                </a:solidFill>
              </a:rPr>
              <a:t>BIOS</a:t>
            </a:r>
          </a:p>
        </p:txBody>
      </p:sp>
    </p:spTree>
    <p:extLst>
      <p:ext uri="{BB962C8B-B14F-4D97-AF65-F5344CB8AC3E}">
        <p14:creationId xmlns:p14="http://schemas.microsoft.com/office/powerpoint/2010/main" val="11202393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ngle Author">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458F1CB7-C380-4D98-8B57-644A777302F2}"/>
              </a:ext>
            </a:extLst>
          </p:cNvPr>
          <p:cNvSpPr>
            <a:spLocks noGrp="1"/>
          </p:cNvSpPr>
          <p:nvPr>
            <p:ph type="body" sz="quarter" idx="24" hasCustomPrompt="1"/>
          </p:nvPr>
        </p:nvSpPr>
        <p:spPr>
          <a:xfrm>
            <a:off x="3136392" y="1903413"/>
            <a:ext cx="8493356" cy="2187575"/>
          </a:xfrm>
          <a:prstGeom prst="rect">
            <a:avLst/>
          </a:prstGeom>
        </p:spPr>
        <p:txBody>
          <a:bodyPr anchor="ctr"/>
          <a:lstStyle>
            <a:lvl1pPr marL="0" indent="0">
              <a:lnSpc>
                <a:spcPct val="100000"/>
              </a:lnSpc>
              <a:spcBef>
                <a:spcPts val="0"/>
              </a:spcBef>
              <a:spcAft>
                <a:spcPts val="600"/>
              </a:spcAft>
              <a:buFontTx/>
              <a:buNone/>
              <a:defRPr/>
            </a:lvl1pPr>
            <a:lvl2pPr marL="183764" indent="0">
              <a:buFontTx/>
              <a:buNone/>
              <a:defRPr/>
            </a:lvl2pPr>
            <a:lvl3pPr marL="397056" indent="0">
              <a:buFontTx/>
              <a:buNone/>
              <a:defRPr/>
            </a:lvl3pPr>
            <a:lvl4pPr marL="566913" indent="0">
              <a:buFontTx/>
              <a:buNone/>
              <a:defRPr/>
            </a:lvl4pPr>
            <a:lvl5pPr marL="740645" indent="0">
              <a:buFontTx/>
              <a:buNone/>
              <a:defRPr/>
            </a:lvl5pPr>
          </a:lstStyle>
          <a:p>
            <a:pPr lvl="0"/>
            <a:r>
              <a:rPr lang="en-US" dirty="0"/>
              <a:t>Copy and paste the first paragraph of your bio here</a:t>
            </a:r>
          </a:p>
        </p:txBody>
      </p:sp>
      <p:sp>
        <p:nvSpPr>
          <p:cNvPr id="5" name="Text Placeholder 7">
            <a:extLst>
              <a:ext uri="{FF2B5EF4-FFF2-40B4-BE49-F238E27FC236}">
                <a16:creationId xmlns:a16="http://schemas.microsoft.com/office/drawing/2014/main" id="{2BFEA3C9-368E-4564-8216-477D103F8884}"/>
              </a:ext>
            </a:extLst>
          </p:cNvPr>
          <p:cNvSpPr>
            <a:spLocks noGrp="1"/>
          </p:cNvSpPr>
          <p:nvPr>
            <p:ph type="body" sz="quarter" idx="13" hasCustomPrompt="1"/>
          </p:nvPr>
        </p:nvSpPr>
        <p:spPr>
          <a:xfrm>
            <a:off x="574912" y="4258763"/>
            <a:ext cx="5512296"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6" name="Text Placeholder 7">
            <a:extLst>
              <a:ext uri="{FF2B5EF4-FFF2-40B4-BE49-F238E27FC236}">
                <a16:creationId xmlns:a16="http://schemas.microsoft.com/office/drawing/2014/main" id="{4A29EB88-5E45-4FD8-93B5-97649F1F7C7B}"/>
              </a:ext>
            </a:extLst>
          </p:cNvPr>
          <p:cNvSpPr>
            <a:spLocks noGrp="1"/>
          </p:cNvSpPr>
          <p:nvPr>
            <p:ph type="body" sz="quarter" idx="14" hasCustomPrompt="1"/>
          </p:nvPr>
        </p:nvSpPr>
        <p:spPr>
          <a:xfrm>
            <a:off x="574912" y="4656700"/>
            <a:ext cx="551534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7" name="Text Placeholder 7">
            <a:extLst>
              <a:ext uri="{FF2B5EF4-FFF2-40B4-BE49-F238E27FC236}">
                <a16:creationId xmlns:a16="http://schemas.microsoft.com/office/drawing/2014/main" id="{B7A4A313-FD4C-48FC-8393-47C4FDF1DEB7}"/>
              </a:ext>
            </a:extLst>
          </p:cNvPr>
          <p:cNvSpPr>
            <a:spLocks noGrp="1"/>
          </p:cNvSpPr>
          <p:nvPr>
            <p:ph type="body" sz="quarter" idx="15" hasCustomPrompt="1"/>
          </p:nvPr>
        </p:nvSpPr>
        <p:spPr>
          <a:xfrm>
            <a:off x="583704" y="5118885"/>
            <a:ext cx="5512296"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019557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 Authors">
    <p:spTree>
      <p:nvGrpSpPr>
        <p:cNvPr id="1" name=""/>
        <p:cNvGrpSpPr/>
        <p:nvPr/>
      </p:nvGrpSpPr>
      <p:grpSpPr>
        <a:xfrm>
          <a:off x="0" y="0"/>
          <a:ext cx="0" cy="0"/>
          <a:chOff x="0" y="0"/>
          <a:chExt cx="0" cy="0"/>
        </a:xfrm>
      </p:grpSpPr>
      <p:sp>
        <p:nvSpPr>
          <p:cNvPr id="10" name="Text Placeholder 7">
            <a:extLst>
              <a:ext uri="{FF2B5EF4-FFF2-40B4-BE49-F238E27FC236}">
                <a16:creationId xmlns:a16="http://schemas.microsoft.com/office/drawing/2014/main" id="{4B4B870D-FC17-4918-9CBB-99F7941BFFA4}"/>
              </a:ext>
            </a:extLst>
          </p:cNvPr>
          <p:cNvSpPr>
            <a:spLocks noGrp="1"/>
          </p:cNvSpPr>
          <p:nvPr>
            <p:ph type="body" sz="quarter" idx="25" hasCustomPrompt="1"/>
          </p:nvPr>
        </p:nvSpPr>
        <p:spPr>
          <a:xfrm>
            <a:off x="6527865" y="4249619"/>
            <a:ext cx="5093091"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1" name="Text Placeholder 7">
            <a:extLst>
              <a:ext uri="{FF2B5EF4-FFF2-40B4-BE49-F238E27FC236}">
                <a16:creationId xmlns:a16="http://schemas.microsoft.com/office/drawing/2014/main" id="{59E5C66B-6906-4F19-BF8F-DC836C6943AE}"/>
              </a:ext>
            </a:extLst>
          </p:cNvPr>
          <p:cNvSpPr>
            <a:spLocks noGrp="1"/>
          </p:cNvSpPr>
          <p:nvPr>
            <p:ph type="body" sz="quarter" idx="26" hasCustomPrompt="1"/>
          </p:nvPr>
        </p:nvSpPr>
        <p:spPr>
          <a:xfrm>
            <a:off x="6527865" y="4647556"/>
            <a:ext cx="5095907"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12" name="Text Placeholder 7">
            <a:extLst>
              <a:ext uri="{FF2B5EF4-FFF2-40B4-BE49-F238E27FC236}">
                <a16:creationId xmlns:a16="http://schemas.microsoft.com/office/drawing/2014/main" id="{A0732281-1662-446D-BF97-1F36FDA2C65B}"/>
              </a:ext>
            </a:extLst>
          </p:cNvPr>
          <p:cNvSpPr>
            <a:spLocks noGrp="1"/>
          </p:cNvSpPr>
          <p:nvPr>
            <p:ph type="body" sz="quarter" idx="27" hasCustomPrompt="1"/>
          </p:nvPr>
        </p:nvSpPr>
        <p:spPr>
          <a:xfrm>
            <a:off x="6536657" y="5109741"/>
            <a:ext cx="5093091"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3234586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Authors">
    <p:spTree>
      <p:nvGrpSpPr>
        <p:cNvPr id="1" name=""/>
        <p:cNvGrpSpPr/>
        <p:nvPr/>
      </p:nvGrpSpPr>
      <p:grpSpPr>
        <a:xfrm>
          <a:off x="0" y="0"/>
          <a:ext cx="0" cy="0"/>
          <a:chOff x="0" y="0"/>
          <a:chExt cx="0" cy="0"/>
        </a:xfrm>
      </p:grpSpPr>
      <p:sp>
        <p:nvSpPr>
          <p:cNvPr id="23" name="Text Placeholder 7">
            <a:extLst>
              <a:ext uri="{FF2B5EF4-FFF2-40B4-BE49-F238E27FC236}">
                <a16:creationId xmlns:a16="http://schemas.microsoft.com/office/drawing/2014/main" id="{EA3D350B-6C94-4545-86A9-0AD2FE58305E}"/>
              </a:ext>
            </a:extLst>
          </p:cNvPr>
          <p:cNvSpPr>
            <a:spLocks noGrp="1"/>
          </p:cNvSpPr>
          <p:nvPr>
            <p:ph type="body" sz="quarter" idx="29" hasCustomPrompt="1"/>
          </p:nvPr>
        </p:nvSpPr>
        <p:spPr>
          <a:xfrm>
            <a:off x="8224781" y="4249619"/>
            <a:ext cx="3396175"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24" name="Text Placeholder 7">
            <a:extLst>
              <a:ext uri="{FF2B5EF4-FFF2-40B4-BE49-F238E27FC236}">
                <a16:creationId xmlns:a16="http://schemas.microsoft.com/office/drawing/2014/main" id="{FEEFE4CE-79A1-47ED-A87A-3656BFD65401}"/>
              </a:ext>
            </a:extLst>
          </p:cNvPr>
          <p:cNvSpPr>
            <a:spLocks noGrp="1"/>
          </p:cNvSpPr>
          <p:nvPr>
            <p:ph type="body" sz="quarter" idx="30" hasCustomPrompt="1"/>
          </p:nvPr>
        </p:nvSpPr>
        <p:spPr>
          <a:xfrm>
            <a:off x="8224781" y="4647556"/>
            <a:ext cx="3398053"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5" name="Text Placeholder 7">
            <a:extLst>
              <a:ext uri="{FF2B5EF4-FFF2-40B4-BE49-F238E27FC236}">
                <a16:creationId xmlns:a16="http://schemas.microsoft.com/office/drawing/2014/main" id="{35772D5C-CDC5-422E-9C96-517E55AE44FE}"/>
              </a:ext>
            </a:extLst>
          </p:cNvPr>
          <p:cNvSpPr>
            <a:spLocks noGrp="1"/>
          </p:cNvSpPr>
          <p:nvPr>
            <p:ph type="body" sz="quarter" idx="31" hasCustomPrompt="1"/>
          </p:nvPr>
        </p:nvSpPr>
        <p:spPr>
          <a:xfrm>
            <a:off x="8233573" y="5109741"/>
            <a:ext cx="3396175"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38197157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Authors">
    <p:spTree>
      <p:nvGrpSpPr>
        <p:cNvPr id="1" name=""/>
        <p:cNvGrpSpPr/>
        <p:nvPr/>
      </p:nvGrpSpPr>
      <p:grpSpPr>
        <a:xfrm>
          <a:off x="0" y="0"/>
          <a:ext cx="0" cy="0"/>
          <a:chOff x="0" y="0"/>
          <a:chExt cx="0" cy="0"/>
        </a:xfrm>
      </p:grpSpPr>
      <p:sp>
        <p:nvSpPr>
          <p:cNvPr id="18" name="Text Placeholder 7">
            <a:extLst>
              <a:ext uri="{FF2B5EF4-FFF2-40B4-BE49-F238E27FC236}">
                <a16:creationId xmlns:a16="http://schemas.microsoft.com/office/drawing/2014/main" id="{92BC594B-3E6F-42C9-8E2D-D40A431B0600}"/>
              </a:ext>
            </a:extLst>
          </p:cNvPr>
          <p:cNvSpPr>
            <a:spLocks noGrp="1"/>
          </p:cNvSpPr>
          <p:nvPr>
            <p:ph type="body" sz="quarter" idx="33" hasCustomPrompt="1"/>
          </p:nvPr>
        </p:nvSpPr>
        <p:spPr>
          <a:xfrm>
            <a:off x="9211502" y="4259144"/>
            <a:ext cx="2413459" cy="332160"/>
          </a:xfrm>
          <a:prstGeom prst="rect">
            <a:avLst/>
          </a:prstGeom>
        </p:spPr>
        <p:txBody>
          <a:bodyPr anchor="ctr">
            <a:noAutofit/>
          </a:bodyPr>
          <a:lstStyle>
            <a:lvl1pPr marL="0" indent="0">
              <a:spcBef>
                <a:spcPts val="0"/>
              </a:spcBef>
              <a:spcAft>
                <a:spcPts val="0"/>
              </a:spcAft>
              <a:buNone/>
              <a:defRPr sz="1800" b="0">
                <a:solidFill>
                  <a:schemeClr val="tx1"/>
                </a:solidFill>
              </a:defRPr>
            </a:lvl1pPr>
            <a:lvl2pPr marL="169858" indent="0">
              <a:buNone/>
              <a:defRPr/>
            </a:lvl2pPr>
          </a:lstStyle>
          <a:p>
            <a:pPr lvl="0"/>
            <a:r>
              <a:rPr lang="en-US" dirty="0"/>
              <a:t>Click to add name</a:t>
            </a:r>
          </a:p>
        </p:txBody>
      </p:sp>
      <p:sp>
        <p:nvSpPr>
          <p:cNvPr id="19" name="Text Placeholder 7">
            <a:extLst>
              <a:ext uri="{FF2B5EF4-FFF2-40B4-BE49-F238E27FC236}">
                <a16:creationId xmlns:a16="http://schemas.microsoft.com/office/drawing/2014/main" id="{DEDD6D3A-1A63-472D-8053-3788409FA4B0}"/>
              </a:ext>
            </a:extLst>
          </p:cNvPr>
          <p:cNvSpPr>
            <a:spLocks noGrp="1"/>
          </p:cNvSpPr>
          <p:nvPr>
            <p:ph type="body" sz="quarter" idx="34" hasCustomPrompt="1"/>
          </p:nvPr>
        </p:nvSpPr>
        <p:spPr>
          <a:xfrm>
            <a:off x="9211503" y="4657081"/>
            <a:ext cx="2414794" cy="392985"/>
          </a:xfrm>
          <a:prstGeom prst="rect">
            <a:avLst/>
          </a:prstGeom>
        </p:spPr>
        <p:txBody>
          <a:bodyPr anchor="t">
            <a:noAutofit/>
          </a:bodyPr>
          <a:lstStyle>
            <a:lvl1pPr marL="0" indent="0">
              <a:spcBef>
                <a:spcPts val="0"/>
              </a:spcBef>
              <a:spcAft>
                <a:spcPts val="0"/>
              </a:spcAft>
              <a:buNone/>
              <a:defRPr sz="1400" b="0" i="0"/>
            </a:lvl1pPr>
            <a:lvl2pPr marL="169858" indent="0">
              <a:buNone/>
              <a:defRPr/>
            </a:lvl2pPr>
          </a:lstStyle>
          <a:p>
            <a:pPr lvl="0"/>
            <a:r>
              <a:rPr lang="en-US" dirty="0"/>
              <a:t>Click to add title and company</a:t>
            </a:r>
          </a:p>
        </p:txBody>
      </p:sp>
      <p:sp>
        <p:nvSpPr>
          <p:cNvPr id="20" name="Text Placeholder 7">
            <a:extLst>
              <a:ext uri="{FF2B5EF4-FFF2-40B4-BE49-F238E27FC236}">
                <a16:creationId xmlns:a16="http://schemas.microsoft.com/office/drawing/2014/main" id="{8A7D7523-6E2A-4652-9057-9383EAD3750C}"/>
              </a:ext>
            </a:extLst>
          </p:cNvPr>
          <p:cNvSpPr>
            <a:spLocks noGrp="1"/>
          </p:cNvSpPr>
          <p:nvPr>
            <p:ph type="body" sz="quarter" idx="35" hasCustomPrompt="1"/>
          </p:nvPr>
        </p:nvSpPr>
        <p:spPr>
          <a:xfrm>
            <a:off x="9220294" y="5119266"/>
            <a:ext cx="2413459" cy="332160"/>
          </a:xfrm>
          <a:prstGeom prst="rect">
            <a:avLst/>
          </a:prstGeom>
        </p:spPr>
        <p:txBody>
          <a:bodyPr anchor="ctr">
            <a:noAutofit/>
          </a:bodyPr>
          <a:lstStyle>
            <a:lvl1pPr marL="0" indent="0">
              <a:buNone/>
              <a:defRPr sz="1400" b="0"/>
            </a:lvl1pPr>
            <a:lvl2pPr marL="169858" indent="0">
              <a:buNone/>
              <a:defRPr/>
            </a:lvl2pPr>
          </a:lstStyle>
          <a:p>
            <a:r>
              <a:rPr lang="en-US" dirty="0"/>
              <a:t>Click to add email</a:t>
            </a:r>
          </a:p>
        </p:txBody>
      </p:sp>
    </p:spTree>
    <p:extLst>
      <p:ext uri="{BB962C8B-B14F-4D97-AF65-F5344CB8AC3E}">
        <p14:creationId xmlns:p14="http://schemas.microsoft.com/office/powerpoint/2010/main" val="15276751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userDrawn="1"/>
        </p:nvSpPr>
        <p:spPr>
          <a:xfrm>
            <a:off x="1" y="1470455"/>
            <a:ext cx="12191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r>
              <a:rPr lang="en-US" sz="7200" b="1" dirty="0">
                <a:solidFill>
                  <a:schemeClr val="tx1"/>
                </a:solidFill>
              </a:rPr>
              <a:t>Disclaimers</a:t>
            </a:r>
          </a:p>
          <a:p>
            <a:pPr algn="ctr"/>
            <a:r>
              <a:rPr lang="en-US" sz="7200" b="1" dirty="0">
                <a:solidFill>
                  <a:schemeClr val="tx1"/>
                </a:solidFill>
              </a:rPr>
              <a:t>Must be included at the end of every deliverable</a:t>
            </a:r>
          </a:p>
        </p:txBody>
      </p:sp>
    </p:spTree>
    <p:extLst>
      <p:ext uri="{BB962C8B-B14F-4D97-AF65-F5344CB8AC3E}">
        <p14:creationId xmlns:p14="http://schemas.microsoft.com/office/powerpoint/2010/main" val="36183160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Energy">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228397"/>
            <a:ext cx="11077576" cy="4401205"/>
          </a:xfrm>
          <a:prstGeom prst="rect">
            <a:avLst/>
          </a:prstGeom>
          <a:noFill/>
        </p:spPr>
        <p:txBody>
          <a:bodyPr wrap="square" anchor="ctr">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 2025 by S&amp;P Global Inc. All rights reserved.</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the S&amp;P Global logo, S&amp;P Global Energy, and Platts are trademarks of S&amp;P Global Inc. Permission for any commercial use of these trademarks must be obtained in writing from S&amp;P Global Inc.</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You may view or otherwise use the information, prices, indices, assessments and other related information, graphs, tables and images ("Data") in or on this publication only for your personal use or, if you or your company has a license for the Data from S&amp;P Global Energy and you are an authorized user, for your company’s internal business use only. You may not publish, reproduce, extract, distribute, retransmit, resell, create any derivative work from, use in any artificial intelligence system, and/or otherwise provide access to the Data or any portion thereof to any person (either within or outside your company, including as part of or via any internal electronic system or intranet), firm or entity, including any subsidiary, parent, or other entity that is affiliated with your company, without S&amp;P Global Energy's prior written consent or as otherwise authorized under license from S&amp;P Global Energy. Any use or distribution of the Data beyond the express uses authorized in this paragraph above is subject to the payment of additional fees to S&amp;P Global Energy.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S&amp;P Global Energy, its affiliates and all of their third-party licensors disclaim any and all warranties, express or implied, including, but not limited to, any warranties of merchantability or fitness for a particular purpose or use as to the Data, or the results obtained by its use or as to the performance thereof. Data in this publication includes independent and verifiable data collected from actual market participants. Any user of the Data should not rely on any information and/or assessment contained therein in making any investment, trading, risk management or other decision. S&amp;P Global Energy, its affiliates and their third-party licensors do not guarantee the adequacy, accuracy, timeliness and/or completeness of the Data or any component thereof or any communications (whether written, oral, electronic or in other format), and shall not be subject to any damages or liability, including but not limited to any indirect, special, incidental, punitive or consequential damages (including but not limited to, loss of profits, trading losses and loss of goodwill).</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ICE index data and NYMEX futures data used herein are provided under S&amp;P Global Energy's commercial licensing agreements with ICE and with NYMEX. You acknowledge that the ICE index data and NYMEX futures data herein are confidential and are proprietary trade secrets and data of ICE and NYMEX or its/their licensors/suppliers, and you shall use best efforts to prevent the unauthorized publication, disclosure or copying of the ICE index data and/or NYMEX futures data.</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Permission is granted for those registered with the Copyright Clearance Center (CCC) to copy material above for internal reference or personal use only, provided that appropriate payment is made to the CCC, 222 Rosewood Drive, Danvers, MA 01923, phone +1-978-750-8400. Reproduction in any other form, or for any other purpose, is forbidden without the express prior permission of S&amp;P Global Inc. For article reprints contact: The YGS Group, phone +1-717-505-9701 x105 (800-501-9571 from the U.S.).</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rial" panose="020B0604020202020204"/>
                <a:ea typeface="+mn-ea"/>
                <a:cs typeface="+mn-cs"/>
              </a:rPr>
              <a:t>For all other queries or requests pursuant to this notice, please contact S&amp;P Global Inc. via email at support.energy@spglobal.com.</a:t>
            </a:r>
          </a:p>
        </p:txBody>
      </p:sp>
    </p:spTree>
    <p:extLst>
      <p:ext uri="{BB962C8B-B14F-4D97-AF65-F5344CB8AC3E}">
        <p14:creationId xmlns:p14="http://schemas.microsoft.com/office/powerpoint/2010/main" val="29889304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Companies &amp; Transactions">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4A2754-9801-4B84-AD47-B47EDD265969}"/>
              </a:ext>
              <a:ext uri="{C183D7F6-B498-43B3-948B-1728B52AA6E4}">
                <adec:decorative xmlns:adec="http://schemas.microsoft.com/office/drawing/2017/decorative" val="0"/>
              </a:ext>
            </a:extLst>
          </p:cNvPr>
          <p:cNvSpPr txBox="1"/>
          <p:nvPr userDrawn="1"/>
        </p:nvSpPr>
        <p:spPr>
          <a:xfrm>
            <a:off x="557212" y="1732733"/>
            <a:ext cx="11077576" cy="3392532"/>
          </a:xfrm>
          <a:prstGeom prst="rect">
            <a:avLst/>
          </a:prstGeom>
          <a:noFill/>
        </p:spPr>
        <p:txBody>
          <a:bodyPr wrap="square" anchor="ctr">
            <a:spAutoFit/>
          </a:bodyPr>
          <a:lstStyle/>
          <a:p>
            <a:pPr marL="0" marR="0">
              <a:lnSpc>
                <a:spcPct val="107000"/>
              </a:lnSpc>
              <a:spcBef>
                <a:spcPts val="0"/>
              </a:spcBef>
              <a:spcAft>
                <a:spcPts val="800"/>
              </a:spcAft>
            </a:pPr>
            <a:r>
              <a:rPr lang="en-US" sz="1000" b="1" dirty="0">
                <a:effectLst/>
                <a:latin typeface="Arial" panose="020B0604020202020204" pitchFamily="34" charset="0"/>
                <a:ea typeface="Calibri" panose="020F0502020204030204" pitchFamily="34" charset="0"/>
                <a:cs typeface="Arial" panose="020B0604020202020204" pitchFamily="34" charset="0"/>
              </a:rPr>
              <a:t>Disclaimer</a:t>
            </a:r>
            <a:endParaRPr lang="en-US" sz="1000" dirty="0">
              <a:effectLst/>
              <a:latin typeface="Arial" panose="020B060402020202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IHS Herold Inc. (“IHS Herold”), a wholly-owned subsidiary of S&amp;P Global, provides data and analysis on the strategy, performance, and valuation of companies in the global energy industry, as well as energy transactions and trends. IHS Herold serves a subscription client base consisting of energy companies, financial institutions, investment managers, and advisory firms. IHS Herold is not affiliated with any broker, dealer, bank, or investment bank. Companies mentioned in this report may be or may have been subscribers to IHS Herold data and research in the past year on terms consistent with all other clients of IHS Herold or clients of any member of the S&amp;P Global group. IHS Herold does not inform any company in advance of the nature or conclusions of its research reports. Analysts do not receive any compensation from the companies on which they report or from any other industry source.</a:t>
            </a:r>
          </a:p>
          <a:p>
            <a:pPr marL="0" marR="0">
              <a:lnSpc>
                <a:spcPct val="107000"/>
              </a:lnSpc>
              <a:spcBef>
                <a:spcPts val="0"/>
              </a:spcBef>
              <a:spcAft>
                <a:spcPts val="800"/>
              </a:spcAft>
            </a:pPr>
            <a:r>
              <a:rPr lang="en-US" sz="1000" dirty="0">
                <a:effectLst/>
                <a:latin typeface="Arial" panose="020B0604020202020204" pitchFamily="34" charset="0"/>
                <a:ea typeface="Calibri" panose="020F0502020204030204" pitchFamily="34" charset="0"/>
                <a:cs typeface="Arial" panose="020B0604020202020204" pitchFamily="34" charset="0"/>
              </a:rPr>
              <a:t>Copyright © 2025 S&amp;P Global. All rights reserved. The [</a:t>
            </a:r>
            <a:r>
              <a:rPr lang="en-US" sz="1000" dirty="0">
                <a:solidFill>
                  <a:srgbClr val="B92051"/>
                </a:solidFill>
                <a:effectLst/>
                <a:latin typeface="Arial" panose="020B0604020202020204" pitchFamily="34" charset="0"/>
                <a:ea typeface="Calibri" panose="020F0502020204030204" pitchFamily="34" charset="0"/>
                <a:cs typeface="Arial" panose="020B0604020202020204" pitchFamily="34" charset="0"/>
              </a:rPr>
              <a:t>Insert publication</a:t>
            </a:r>
            <a:r>
              <a:rPr lang="en-US" sz="1000" dirty="0">
                <a:effectLst/>
                <a:latin typeface="Arial" panose="020B0604020202020204" pitchFamily="34" charset="0"/>
                <a:ea typeface="Calibri" panose="020F0502020204030204" pitchFamily="34" charset="0"/>
                <a:cs typeface="Arial" panose="020B0604020202020204" pitchFamily="34" charset="0"/>
              </a:rPr>
              <a:t>] is published by IHS Herold, 55 Post Rd W, 2nd Floor, Westport, CT 06880, USA for the exclusive use of S&amp;P Global clients. Reproduction of this report, even for internal distribution, is strictly prohibited. The information contained herein has been obtained from sources believed to be reliable, but neither S&amp;P Global nor any of its affiliates guarantees their accuracy or completeness. No information or opinions contained herein constitutes a representation or solicitation for the purchase of any securities of the companies mentioned herein. From time to time, IHS Herold and/or its officers and employees may have long or short positions in the securities mentioned herein or during the past year may have transacted in securities of the companies mentioned. </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 who prepared this report certifies that the views expressed herein accurately reflect the research analyst’s professional opinions, are consistent with established IHS Herold methodologies and standards, and that no part of his or her compensation was, is, or will be directly or indirectly related to specific views contained in this report.</a:t>
            </a:r>
          </a:p>
          <a:p>
            <a:pPr marL="0" marR="0">
              <a:lnSpc>
                <a:spcPct val="107000"/>
              </a:lnSpc>
              <a:spcBef>
                <a:spcPts val="0"/>
              </a:spcBef>
              <a:spcAft>
                <a:spcPts val="800"/>
              </a:spcAft>
            </a:pPr>
            <a:r>
              <a:rPr lang="en-US" sz="1000" dirty="0">
                <a:solidFill>
                  <a:schemeClr val="accent1"/>
                </a:solidFill>
                <a:effectLst/>
                <a:latin typeface="Arial" panose="020B0604020202020204" pitchFamily="34" charset="0"/>
                <a:ea typeface="Calibri" panose="020F0502020204030204" pitchFamily="34" charset="0"/>
                <a:cs typeface="Arial" panose="020B0604020202020204" pitchFamily="34" charset="0"/>
              </a:rPr>
              <a:t>The research analysts who prepared this report certify that the views expressed herein accurately reflect their professional opinions, are consistent with established IHS Herold methodologies and standards, and that no part of their compensation was, is, or will be directly or indirectly related to specific views contained in this report.</a:t>
            </a:r>
          </a:p>
          <a:p>
            <a:pPr marL="0" marR="0" lvl="0" indent="0" algn="l" defTabSz="457200" rtl="0" eaLnBrk="1" fontAlgn="auto" latinLnBrk="0" hangingPunct="1">
              <a:lnSpc>
                <a:spcPct val="107000"/>
              </a:lnSpc>
              <a:spcBef>
                <a:spcPts val="0"/>
              </a:spcBef>
              <a:spcAft>
                <a:spcPts val="800"/>
              </a:spcAft>
              <a:buClrTx/>
              <a:buSzTx/>
              <a:buFontTx/>
              <a:buNone/>
              <a:tabLst/>
              <a:defRPr/>
            </a:pPr>
            <a:r>
              <a:rPr lang="en-US" sz="1000" dirty="0">
                <a:solidFill>
                  <a:schemeClr val="accent1"/>
                </a:solidFill>
                <a:latin typeface="Arial" panose="020B0604020202020204" pitchFamily="34" charset="0"/>
                <a:cs typeface="Arial" panose="020B0604020202020204" pitchFamily="34" charset="0"/>
              </a:rPr>
              <a:t>The analyst that prepared this report has a [long/short] position in the securities of [company] mentioned in this report. This analyst is contractually prohibited from purchasing or selling the securities of this company during the blackout period implemented by IHS Herold for this type of report.</a:t>
            </a:r>
          </a:p>
        </p:txBody>
      </p:sp>
    </p:spTree>
    <p:extLst>
      <p:ext uri="{BB962C8B-B14F-4D97-AF65-F5344CB8AC3E}">
        <p14:creationId xmlns:p14="http://schemas.microsoft.com/office/powerpoint/2010/main" val="6075533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userDrawn="1"/>
        </p:nvSpPr>
        <p:spPr>
          <a:xfrm>
            <a:off x="0" y="0"/>
            <a:ext cx="12192000" cy="6858000"/>
          </a:xfrm>
          <a:prstGeom prst="rect">
            <a:avLst/>
          </a:prstGeom>
          <a:solidFill>
            <a:schemeClr val="accent5"/>
          </a:solidFill>
        </p:spPr>
        <p:txBody>
          <a:bodyPr wrap="square" rtlCol="0" anchor="ctr">
            <a:noAutofit/>
          </a:bodyPr>
          <a:lstStyle/>
          <a:p>
            <a:pPr algn="ctr">
              <a:lnSpc>
                <a:spcPct val="90000"/>
              </a:lnSpc>
            </a:pPr>
            <a:r>
              <a:rPr lang="en-US" sz="11500" b="1" dirty="0"/>
              <a:t>DO NOT USE LAYOUTS AFTER THIS! </a:t>
            </a:r>
          </a:p>
        </p:txBody>
      </p:sp>
    </p:spTree>
    <p:extLst>
      <p:ext uri="{BB962C8B-B14F-4D97-AF65-F5344CB8AC3E}">
        <p14:creationId xmlns:p14="http://schemas.microsoft.com/office/powerpoint/2010/main" val="8637303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A160B2F-9375-4DE3-A5A0-161BE0A64385}"/>
              </a:ext>
            </a:extLst>
          </p:cNvPr>
          <p:cNvSpPr>
            <a:spLocks noGrp="1"/>
          </p:cNvSpPr>
          <p:nvPr>
            <p:ph type="ftr" sz="quarter" idx="3"/>
          </p:nvPr>
        </p:nvSpPr>
        <p:spPr>
          <a:xfrm>
            <a:off x="6096000" y="0"/>
            <a:ext cx="5535279" cy="317674"/>
          </a:xfrm>
          <a:prstGeom prst="rect">
            <a:avLst/>
          </a:prstGeom>
        </p:spPr>
        <p:txBody>
          <a:bodyPr vert="horz" wrap="none" lIns="0" tIns="0" rIns="0" bIns="0" rtlCol="0" anchor="ctr"/>
          <a:lstStyle>
            <a:lvl1pPr algn="r">
              <a:defRPr sz="900">
                <a:solidFill>
                  <a:schemeClr val="tx1"/>
                </a:solidFill>
              </a:defRPr>
            </a:lvl1pPr>
          </a:lstStyle>
          <a:p>
            <a:r>
              <a:rPr lang="en-US" dirty="0"/>
              <a:t>Section name (optional) / Title / Month 20YY</a:t>
            </a:r>
          </a:p>
        </p:txBody>
      </p:sp>
      <p:sp>
        <p:nvSpPr>
          <p:cNvPr id="6" name="Slide Number Placeholder 5"/>
          <p:cNvSpPr>
            <a:spLocks noGrp="1"/>
          </p:cNvSpPr>
          <p:nvPr userDrawn="1">
            <p:ph type="sldNum" sz="quarter" idx="4"/>
          </p:nvPr>
        </p:nvSpPr>
        <p:spPr>
          <a:xfrm>
            <a:off x="11320251" y="6563709"/>
            <a:ext cx="311576" cy="214804"/>
          </a:xfrm>
          <a:prstGeom prst="rect">
            <a:avLst/>
          </a:prstGeom>
        </p:spPr>
        <p:txBody>
          <a:bodyPr vert="horz" lIns="0" tIns="0" rIns="0" bIns="0" rtlCol="0" anchor="ctr"/>
          <a:lstStyle>
            <a:lvl1pPr algn="r">
              <a:defRPr sz="700">
                <a:solidFill>
                  <a:schemeClr val="tx1"/>
                </a:solidFill>
              </a:defRPr>
            </a:lvl1pPr>
          </a:lstStyle>
          <a:p>
            <a:fld id="{5CFA18E4-D58E-4B28-B105-28D9665A8EBC}" type="slidenum">
              <a:rPr lang="en-US" smtClean="0"/>
              <a:pPr/>
              <a:t>‹#›</a:t>
            </a:fld>
            <a:endParaRPr lang="en-US" dirty="0"/>
          </a:p>
        </p:txBody>
      </p:sp>
      <p:sp>
        <p:nvSpPr>
          <p:cNvPr id="88" name="Title Placeholder 1">
            <a:extLst>
              <a:ext uri="{FF2B5EF4-FFF2-40B4-BE49-F238E27FC236}">
                <a16:creationId xmlns:a16="http://schemas.microsoft.com/office/drawing/2014/main" id="{92E3486A-297A-4953-BF79-0AEFDE6C9C3F}"/>
              </a:ext>
            </a:extLst>
          </p:cNvPr>
          <p:cNvSpPr>
            <a:spLocks noGrp="1"/>
          </p:cNvSpPr>
          <p:nvPr userDrawn="1">
            <p:ph type="title"/>
          </p:nvPr>
        </p:nvSpPr>
        <p:spPr>
          <a:xfrm>
            <a:off x="567039" y="323644"/>
            <a:ext cx="11062709" cy="845439"/>
          </a:xfrm>
          <a:prstGeom prst="rect">
            <a:avLst/>
          </a:prstGeom>
        </p:spPr>
        <p:txBody>
          <a:bodyPr vert="horz" lIns="0" tIns="0" rIns="0" bIns="0" rtlCol="0" anchor="t">
            <a:noAutofit/>
          </a:bodyPr>
          <a:lstStyle/>
          <a:p>
            <a:r>
              <a:rPr lang="en-US"/>
              <a:t>Click to edit Master title style</a:t>
            </a:r>
            <a:endParaRPr lang="en-US" dirty="0"/>
          </a:p>
        </p:txBody>
      </p:sp>
      <p:sp>
        <p:nvSpPr>
          <p:cNvPr id="27" name="Text Placeholder 2">
            <a:extLst>
              <a:ext uri="{FF2B5EF4-FFF2-40B4-BE49-F238E27FC236}">
                <a16:creationId xmlns:a16="http://schemas.microsoft.com/office/drawing/2014/main" id="{F08B5A9E-5A85-46D7-B45C-7C4E83238E02}"/>
              </a:ext>
            </a:extLst>
          </p:cNvPr>
          <p:cNvSpPr>
            <a:spLocks noGrp="1"/>
          </p:cNvSpPr>
          <p:nvPr userDrawn="1">
            <p:ph type="body" idx="1"/>
          </p:nvPr>
        </p:nvSpPr>
        <p:spPr>
          <a:xfrm>
            <a:off x="567039" y="1289097"/>
            <a:ext cx="11064240" cy="426139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0" name="Rectangle 79">
            <a:extLst>
              <a:ext uri="{FF2B5EF4-FFF2-40B4-BE49-F238E27FC236}">
                <a16:creationId xmlns:a16="http://schemas.microsoft.com/office/drawing/2014/main" id="{1284AB22-BA66-47B9-8BEB-416F2BFF4706}"/>
              </a:ext>
              <a:ext uri="{C183D7F6-B498-43B3-948B-1728B52AA6E4}">
                <adec:decorative xmlns:adec="http://schemas.microsoft.com/office/drawing/2017/decorative" val="0"/>
              </a:ext>
            </a:extLst>
          </p:cNvPr>
          <p:cNvSpPr/>
          <p:nvPr userDrawn="1"/>
        </p:nvSpPr>
        <p:spPr>
          <a:xfrm>
            <a:off x="5272088" y="6575649"/>
            <a:ext cx="6129126" cy="200055"/>
          </a:xfrm>
          <a:prstGeom prst="rect">
            <a:avLst/>
          </a:prstGeom>
        </p:spPr>
        <p:txBody>
          <a:bodyPr wrap="square" anchor="b">
            <a:spAutoFit/>
          </a:bodyPr>
          <a:lstStyle/>
          <a:p>
            <a:pPr algn="r"/>
            <a:r>
              <a:rPr lang="en-US" sz="700" dirty="0">
                <a:latin typeface="+mn-lt"/>
              </a:rPr>
              <a:t>© 2025 S&amp;P Global.</a:t>
            </a:r>
          </a:p>
        </p:txBody>
      </p:sp>
    </p:spTree>
    <p:extLst>
      <p:ext uri="{BB962C8B-B14F-4D97-AF65-F5344CB8AC3E}">
        <p14:creationId xmlns:p14="http://schemas.microsoft.com/office/powerpoint/2010/main" val="3674233272"/>
      </p:ext>
    </p:extLst>
  </p:cSld>
  <p:clrMap bg1="lt1" tx1="dk1" bg2="lt2" tx2="dk2" accent1="accent1" accent2="accent2" accent3="accent3" accent4="accent4" accent5="accent5" accent6="accent6" hlink="hlink" folHlink="folHlink"/>
  <p:sldLayoutIdLst>
    <p:sldLayoutId id="2147483001" r:id="rId1"/>
    <p:sldLayoutId id="2147483002" r:id="rId2"/>
    <p:sldLayoutId id="2147483003" r:id="rId3"/>
    <p:sldLayoutId id="2147483004" r:id="rId4"/>
    <p:sldLayoutId id="2147483005" r:id="rId5"/>
    <p:sldLayoutId id="2147483006" r:id="rId6"/>
    <p:sldLayoutId id="2147483007" r:id="rId7"/>
    <p:sldLayoutId id="2147483008" r:id="rId8"/>
    <p:sldLayoutId id="2147483009" r:id="rId9"/>
    <p:sldLayoutId id="2147483010" r:id="rId10"/>
    <p:sldLayoutId id="2147483011" r:id="rId11"/>
    <p:sldLayoutId id="2147483012" r:id="rId12"/>
    <p:sldLayoutId id="2147483013" r:id="rId13"/>
    <p:sldLayoutId id="2147483014" r:id="rId14"/>
    <p:sldLayoutId id="2147483015" r:id="rId15"/>
    <p:sldLayoutId id="2147483016" r:id="rId16"/>
    <p:sldLayoutId id="2147483017" r:id="rId17"/>
    <p:sldLayoutId id="2147483018" r:id="rId18"/>
    <p:sldLayoutId id="2147483019" r:id="rId19"/>
    <p:sldLayoutId id="2147483020" r:id="rId20"/>
    <p:sldLayoutId id="2147483021" r:id="rId21"/>
    <p:sldLayoutId id="2147483022" r:id="rId22"/>
    <p:sldLayoutId id="2147483023" r:id="rId23"/>
    <p:sldLayoutId id="2147483024" r:id="rId24"/>
    <p:sldLayoutId id="2147483025" r:id="rId25"/>
    <p:sldLayoutId id="2147483026" r:id="rId26"/>
    <p:sldLayoutId id="2147483027" r:id="rId27"/>
    <p:sldLayoutId id="2147483028" r:id="rId28"/>
    <p:sldLayoutId id="2147483029" r:id="rId29"/>
    <p:sldLayoutId id="2147483030" r:id="rId30"/>
    <p:sldLayoutId id="2147483031" r:id="rId31"/>
    <p:sldLayoutId id="2147483032" r:id="rId32"/>
    <p:sldLayoutId id="2147483033" r:id="rId33"/>
    <p:sldLayoutId id="2147483034" r:id="rId34"/>
    <p:sldLayoutId id="2147483035" r:id="rId35"/>
    <p:sldLayoutId id="2147483036" r:id="rId36"/>
    <p:sldLayoutId id="2147483037" r:id="rId37"/>
    <p:sldLayoutId id="2147483038" r:id="rId38"/>
    <p:sldLayoutId id="2147483039" r:id="rId39"/>
    <p:sldLayoutId id="2147483040" r:id="rId40"/>
    <p:sldLayoutId id="2147483041" r:id="rId41"/>
    <p:sldLayoutId id="2147483042" r:id="rId42"/>
    <p:sldLayoutId id="2147483043" r:id="rId43"/>
    <p:sldLayoutId id="2147483044" r:id="rId44"/>
    <p:sldLayoutId id="2147483045" r:id="rId45"/>
    <p:sldLayoutId id="2147483046" r:id="rId46"/>
    <p:sldLayoutId id="2147483047" r:id="rId47"/>
    <p:sldLayoutId id="2147483048" r:id="rId48"/>
    <p:sldLayoutId id="2147483049" r:id="rId49"/>
    <p:sldLayoutId id="2147483050" r:id="rId50"/>
    <p:sldLayoutId id="2147483051" r:id="rId51"/>
    <p:sldLayoutId id="2147483052" r:id="rId52"/>
    <p:sldLayoutId id="2147483053" r:id="rId53"/>
    <p:sldLayoutId id="2147483054" r:id="rId54"/>
    <p:sldLayoutId id="2147483055" r:id="rId55"/>
  </p:sldLayoutIdLst>
  <p:hf hdr="0" ft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69863" indent="-169863" algn="l" defTabSz="914400" rtl="0" eaLnBrk="1" latinLnBrk="0" hangingPunct="1">
        <a:lnSpc>
          <a:spcPct val="10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1pPr>
      <a:lvl2pPr marL="341313" indent="-17145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2pPr>
      <a:lvl3pPr marL="517525" indent="-176213" algn="l" defTabSz="914400" rtl="0" eaLnBrk="1" latinLnBrk="0" hangingPunct="1">
        <a:lnSpc>
          <a:spcPct val="100000"/>
        </a:lnSpc>
        <a:spcBef>
          <a:spcPts val="0"/>
        </a:spcBef>
        <a:spcAft>
          <a:spcPts val="600"/>
        </a:spcAft>
        <a:buFont typeface="Arial" panose="020B0604020202020204" pitchFamily="34" charset="0"/>
        <a:buChar char="•"/>
        <a:tabLst/>
        <a:defRPr sz="1200" kern="1200">
          <a:solidFill>
            <a:schemeClr val="tx1"/>
          </a:solidFill>
          <a:latin typeface="+mn-lt"/>
          <a:ea typeface="+mn-ea"/>
          <a:cs typeface="+mn-cs"/>
        </a:defRPr>
      </a:lvl3pPr>
      <a:lvl4pPr marL="687388" indent="-16986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4pPr>
      <a:lvl5pPr marL="914400" indent="-227013" algn="l" defTabSz="914400" rtl="0" eaLnBrk="1" latinLnBrk="0" hangingPunct="1">
        <a:lnSpc>
          <a:spcPct val="100000"/>
        </a:lnSpc>
        <a:spcBef>
          <a:spcPts val="0"/>
        </a:spcBef>
        <a:spcAft>
          <a:spcPts val="600"/>
        </a:spcAft>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userDrawn="1">
          <p15:clr>
            <a:srgbClr val="A4A3A4"/>
          </p15:clr>
        </p15:guide>
        <p15:guide id="6" pos="7329" userDrawn="1">
          <p15:clr>
            <a:srgbClr val="F26B43"/>
          </p15:clr>
        </p15:guide>
        <p15:guide id="9" orient="horz" pos="216" userDrawn="1">
          <p15:clr>
            <a:srgbClr val="F26B43"/>
          </p15:clr>
        </p15:guide>
        <p15:guide id="12" orient="horz" pos="3912" userDrawn="1">
          <p15:clr>
            <a:srgbClr val="F26B43"/>
          </p15:clr>
        </p15:guide>
        <p15:guide id="21" pos="35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indent="0" marL="0">
              <a:buNone/>
            </a:pPr>
            <a:r>
              <a:rPr lang="en-US" sz="2400" dirty="0">
                <a:solidFill>
                  <a:srgbClr val="000000"/>
                </a:solidFill>
              </a:rPr>
              <a:t>[Test Headline]</a:t>
            </a:r>
            <a:endParaRPr lang="en-US" sz="2400" dirty="0"/>
          </a:p>
        </p:txBody>
      </p:sp>
      <p:sp>
        <p:nvSpPr>
          <p:cNvPr id="3" name="Text 1"/>
          <p:cNvSpPr/>
          <p:nvPr/>
        </p:nvSpPr>
        <p:spPr>
          <a:xfrm>
            <a:off x="914400" y="2286000"/>
            <a:ext cx="7315200" cy="1828800"/>
          </a:xfrm>
          <a:prstGeom prst="rect">
            <a:avLst/>
          </a:prstGeom>
          <a:noFill/>
          <a:ln/>
        </p:spPr>
        <p:txBody>
          <a:bodyPr wrap="square" rtlCol="0" anchor="ctr"/>
          <a:lstStyle/>
          <a:p>
            <a:pPr indent="0" marL="0">
              <a:buNone/>
            </a:pPr>
            <a:r>
              <a:rPr lang="en-US" sz="1400" dirty="0">
                <a:solidFill>
                  <a:srgbClr val="000000"/>
                </a:solidFill>
              </a:rPr>
              <a:t>[Test content for validation]</a:t>
            </a:r>
            <a:endParaRPr lang="en-US" sz="1400" dirty="0"/>
          </a:p>
        </p:txBody>
      </p:sp>
    </p:spTree>
  </p:cSld>
  <p:clrMapOvr>
    <a:masterClrMapping/>
  </p:clrMapOvr>
</p:sld>
</file>

<file path=ppt/theme/theme1.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ppt/theme/theme2.xml><?xml version="1.0" encoding="utf-8"?>
<a:theme xmlns:a="http://schemas.openxmlformats.org/drawingml/2006/main" name="S-P Global EDP 2025 16-9">
  <a:themeElements>
    <a:clrScheme name="Custom 11">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F82AF"/>
      </a:hlink>
      <a:folHlink>
        <a:srgbClr val="0D6E95"/>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spcAft>
            <a:spcPts val="200"/>
          </a:spcAft>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spcAft>
            <a:spcPts val="200"/>
          </a:spcAft>
          <a:defRPr sz="1400" dirty="0" err="1" smtClean="0"/>
        </a:defPPr>
      </a:lstStyle>
    </a:txDef>
  </a:objectDefaults>
  <a:extraClrSchemeLst/>
  <a:custClrLst>
    <a:custClr name="Ocean 7">
      <a:srgbClr val="006D89"/>
    </a:custClr>
    <a:custClr name="Gold 7B">
      <a:srgbClr val="DC7900"/>
    </a:custClr>
    <a:custClr name="Magenta 7">
      <a:srgbClr val="B92051"/>
    </a:custClr>
    <a:custClr name="Purple 9">
      <a:srgbClr val="501555"/>
    </a:custClr>
    <a:custClr name="Teal 7">
      <a:srgbClr val="0F9E7A"/>
    </a:custClr>
    <a:custClr name="Ocean 9">
      <a:srgbClr val="00495B"/>
    </a:custClr>
    <a:custClr name="Orange 7">
      <a:srgbClr val="C94100"/>
    </a:custClr>
    <a:custClr name="Blue 8">
      <a:srgbClr val="1D3BAA"/>
    </a:custClr>
    <a:custClr name="Magenta 5">
      <a:srgbClr val="CD6083"/>
    </a:custClr>
    <a:custClr name="Green 9">
      <a:srgbClr val="125E1F"/>
    </a:custClr>
    <a:custClr name="Gray 7B">
      <a:srgbClr val="929497"/>
    </a:custClr>
    <a:custClr name="Purple 7">
      <a:srgbClr val="782080"/>
    </a:custClr>
    <a:custClr name="Blue 5">
      <a:srgbClr val="7284CA"/>
    </a:custClr>
    <a:custClr name="Gold 9">
      <a:srgbClr val="9D5700"/>
    </a:custClr>
    <a:custClr name="Purple 4">
      <a:srgbClr val="B280B6"/>
    </a:custClr>
    <a:custClr name="Blue 6">
      <a:srgbClr val="566CBF"/>
    </a:custClr>
    <a:custClr name="Ocean 4">
      <a:srgbClr val="6CABBB"/>
    </a:custClr>
    <a:custClr name="Ochre 7">
      <a:srgbClr val="C18B28"/>
    </a:custClr>
    <a:custClr name="Green 6">
      <a:srgbClr val="3C9D4D"/>
    </a:custClr>
    <a:custClr name="Maroon 9">
      <a:srgbClr val="6B0F01"/>
    </a:custClr>
    <a:custClr name="Positive">
      <a:srgbClr val="167527"/>
    </a:custClr>
    <a:custClr name="Somewhat Positive">
      <a:srgbClr val="9DCEA6"/>
    </a:custClr>
    <a:custClr name="Neutral/No Change">
      <a:srgbClr val="BBBDBF"/>
    </a:custClr>
    <a:custClr name="Neutral alt.">
      <a:srgbClr val="4997AB"/>
    </a:custClr>
    <a:custClr name="Somewhat Negative">
      <a:srgbClr val="D79B93"/>
    </a:custClr>
    <a:custClr name="Negative">
      <a:srgbClr val="B20023"/>
    </a:custClr>
    <a:custClr name="Gray 2B">
      <a:srgbClr val="F1F1F2"/>
    </a:custClr>
    <a:custClr name="Gray 4B">
      <a:srgbClr val="D0D2D3"/>
    </a:custClr>
    <a:custClr name="Gray 6B">
      <a:srgbClr val="A6A8AB"/>
    </a:custClr>
    <a:custClr name="Gray 8B">
      <a:srgbClr val="808184"/>
    </a:custClr>
    <a:custClr name="Orange 10">
      <a:srgbClr val="652100"/>
    </a:custClr>
    <a:custClr name="Orange 8">
      <a:srgbClr val="A73600"/>
    </a:custClr>
    <a:custClr name="Orange 6">
      <a:srgbClr val="D15C24"/>
    </a:custClr>
    <a:custClr name="Orange 4">
      <a:srgbClr val="E0926D"/>
    </a:custClr>
    <a:custClr name="Orange 2">
      <a:srgbClr val="F0C9B6"/>
    </a:custClr>
    <a:custClr name="Ocean 2">
      <a:srgbClr val="B6D5DD"/>
    </a:custClr>
    <a:custClr name="Ocean 4">
      <a:srgbClr val="6CABBB"/>
    </a:custClr>
    <a:custClr name="Ocean 6">
      <a:srgbClr val="24829A"/>
    </a:custClr>
    <a:custClr name="Ocean 8">
      <a:srgbClr val="005B72"/>
    </a:custClr>
    <a:custClr name="Ocean 10">
      <a:srgbClr val="003745"/>
    </a:custClr>
    <a:custClr name="Gold 10">
      <a:srgbClr val="764100"/>
    </a:custClr>
    <a:custClr name="Gold 8">
      <a:srgbClr val="C56C00"/>
    </a:custClr>
    <a:custClr name="Gold 6">
      <a:srgbClr val="EF9424"/>
    </a:custClr>
    <a:custClr name="Gold 4">
      <a:srgbClr val="F4B86D"/>
    </a:custClr>
    <a:custClr name="Gold 2">
      <a:srgbClr val="FADBB6"/>
    </a:custClr>
    <a:custClr name="Purple 2">
      <a:srgbClr val="D8BFDB"/>
    </a:custClr>
    <a:custClr name="Purple 4">
      <a:srgbClr val="B280B6"/>
    </a:custClr>
    <a:custClr name="Purple 6">
      <a:srgbClr val="8B4092"/>
    </a:custClr>
    <a:custClr name="Purple 8">
      <a:srgbClr val="641B6B"/>
    </a:custClr>
    <a:custClr name="Purple 10">
      <a:srgbClr val="3C1040"/>
    </a:custClr>
  </a:custClrLst>
  <a:extLst>
    <a:ext uri="{05A4C25C-085E-4340-85A3-A5531E510DB2}">
      <thm15:themeFamily xmlns:thm15="http://schemas.microsoft.com/office/thememl/2012/main" name="Presentation1" id="{9CA853B5-ECAA-4B0A-AD5E-06420D644B4D}" vid="{87CB819A-DEFF-4208-9237-7051C6C00DB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s xmlns="38ba66c5-cb93-4627-974e-dc0680a5f241" xsi:nil="true"/>
    <Trainingvideo xmlns="38ba66c5-cb93-4627-974e-dc0680a5f241">
      <Url xsi:nil="true"/>
      <Description xsi:nil="true"/>
    </Trainingvideo>
    <IconOverlay xmlns="http://schemas.microsoft.com/sharepoint/v4" xsi:nil="true"/>
    <Additionallinks xmlns="38ba66c5-cb93-4627-974e-dc0680a5f241">
      <Url xsi:nil="true"/>
      <Description xsi:nil="true"/>
    </Additionallinks>
    <Writtenhandout_x002f_checklist xmlns="38ba66c5-cb93-4627-974e-dc0680a5f241">
      <Url xsi:nil="true"/>
      <Description xsi:nil="true"/>
    </Writtenhandout_x002f_checklist>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EE4FBF6D5A19429BAECE3910427730" ma:contentTypeVersion="12" ma:contentTypeDescription="Create a new document." ma:contentTypeScope="" ma:versionID="8cd689363ba5e17e477e3e69a97e95e0">
  <xsd:schema xmlns:xsd="http://www.w3.org/2001/XMLSchema" xmlns:xs="http://www.w3.org/2001/XMLSchema" xmlns:p="http://schemas.microsoft.com/office/2006/metadata/properties" xmlns:ns2="38ba66c5-cb93-4627-974e-dc0680a5f241" xmlns:ns3="d4f8375b-f15c-4c4c-836f-2d3f5e6eb6c5" xmlns:ns4="http://schemas.microsoft.com/sharepoint/v4" xmlns:ns5="8a08930f-83b0-49d0-84f7-00832a30247f" targetNamespace="http://schemas.microsoft.com/office/2006/metadata/properties" ma:root="true" ma:fieldsID="3a869747ebf997af8b9bafe36fdfe0e7" ns2:_="" ns3:_="" ns4:_="" ns5:_="">
    <xsd:import namespace="38ba66c5-cb93-4627-974e-dc0680a5f241"/>
    <xsd:import namespace="d4f8375b-f15c-4c4c-836f-2d3f5e6eb6c5"/>
    <xsd:import namespace="http://schemas.microsoft.com/sharepoint/v4"/>
    <xsd:import namespace="8a08930f-83b0-49d0-84f7-00832a30247f"/>
    <xsd:element name="properties">
      <xsd:complexType>
        <xsd:sequence>
          <xsd:element name="documentManagement">
            <xsd:complexType>
              <xsd:all>
                <xsd:element ref="ns2:MediaServiceMetadata" minOccurs="0"/>
                <xsd:element ref="ns2:MediaServiceFastMetadata" minOccurs="0"/>
                <xsd:element ref="ns2:Notes" minOccurs="0"/>
                <xsd:element ref="ns3:SharedWithUsers" minOccurs="0"/>
                <xsd:element ref="ns3:SharedWithDetails" minOccurs="0"/>
                <xsd:element ref="ns2:MediaServiceSearchProperties" minOccurs="0"/>
                <xsd:element ref="ns2:MediaServiceDateTaken" minOccurs="0"/>
                <xsd:element ref="ns2:MediaLengthInSeconds" minOccurs="0"/>
                <xsd:element ref="ns2:Trainingvideo" minOccurs="0"/>
                <xsd:element ref="ns2:Writtenhandout_x002f_checklist" minOccurs="0"/>
                <xsd:element ref="ns2:Additionallinks" minOccurs="0"/>
                <xsd:element ref="ns4:IconOverlay" minOccurs="0"/>
                <xsd:element ref="ns5:MediaServiceObjectDetectorVersions" minOccurs="0"/>
                <xsd:element ref="ns5:MediaServiceGenerationTime" minOccurs="0"/>
                <xsd:element ref="ns5: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ba66c5-cb93-4627-974e-dc0680a5f2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Notes" ma:index="10" nillable="true" ma:displayName="Notes" ma:description="IMPORTANT: Please note that version numbers in this video may be outdated as we continue to fix bugs and make improvements. You´ll always find the most up to date version on this SharePoint page." ma:format="Dropdown" ma:internalName="Notes">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Trainingvideo" ma:index="16" nillable="true" ma:displayName="Training video" ma:format="Hyperlink" ma:internalName="Trainingvideo">
      <xsd:complexType>
        <xsd:complexContent>
          <xsd:extension base="dms:URL">
            <xsd:sequence>
              <xsd:element name="Url" type="dms:ValidUrl" minOccurs="0" nillable="true"/>
              <xsd:element name="Description" type="xsd:string" nillable="true"/>
            </xsd:sequence>
          </xsd:extension>
        </xsd:complexContent>
      </xsd:complexType>
    </xsd:element>
    <xsd:element name="Writtenhandout_x002f_checklist" ma:index="17" nillable="true" ma:displayName="Written handout" ma:format="Image" ma:internalName="Writtenhandout_x002f_checklist">
      <xsd:complexType>
        <xsd:complexContent>
          <xsd:extension base="dms:URL">
            <xsd:sequence>
              <xsd:element name="Url" type="dms:ValidUrl" minOccurs="0" nillable="true"/>
              <xsd:element name="Description" type="xsd:string" nillable="true"/>
            </xsd:sequence>
          </xsd:extension>
        </xsd:complexContent>
      </xsd:complexType>
    </xsd:element>
    <xsd:element name="Additionallinks" ma:index="18" nillable="true" ma:displayName="Useful link" ma:format="Image" ma:internalName="Additionallink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4f8375b-f15c-4c4c-836f-2d3f5e6eb6c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08930f-83b0-49d0-84f7-00832a30247f" elementFormDefault="qualified">
    <xsd:import namespace="http://schemas.microsoft.com/office/2006/documentManagement/types"/>
    <xsd:import namespace="http://schemas.microsoft.com/office/infopath/2007/PartnerControls"/>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BA47C7-53D1-4E5D-BD7E-65E7F707CBD7}">
  <ds:schemaRefs>
    <ds:schemaRef ds:uri="http://schemas.microsoft.com/office/2006/metadata/properties"/>
    <ds:schemaRef ds:uri="http://schemas.microsoft.com/office/infopath/2007/PartnerControls"/>
    <ds:schemaRef ds:uri="a7b088f9-5bd5-4bdb-b5bc-dcadbd2c3ab5"/>
    <ds:schemaRef ds:uri="01a85018-e850-4e17-bfd2-3567c6643c53"/>
    <ds:schemaRef ds:uri="38ba66c5-cb93-4627-974e-dc0680a5f241"/>
    <ds:schemaRef ds:uri="http://schemas.microsoft.com/sharepoint/v4"/>
  </ds:schemaRefs>
</ds:datastoreItem>
</file>

<file path=customXml/itemProps2.xml><?xml version="1.0" encoding="utf-8"?>
<ds:datastoreItem xmlns:ds="http://schemas.openxmlformats.org/officeDocument/2006/customXml" ds:itemID="{89601348-A7A2-41AF-8D98-9AEF97B74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ba66c5-cb93-4627-974e-dc0680a5f241"/>
    <ds:schemaRef ds:uri="d4f8375b-f15c-4c4c-836f-2d3f5e6eb6c5"/>
    <ds:schemaRef ds:uri="http://schemas.microsoft.com/sharepoint/v4"/>
    <ds:schemaRef ds:uri="8a08930f-83b0-49d0-84f7-00832a3024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FAFCF6-E24E-4BDE-8D14-94B027134B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EDP_2025_16x9_Energy</Template>
  <TotalTime>144</TotalTime>
  <Words>1807</Words>
  <Application>Microsoft Office PowerPoint</Application>
  <PresentationFormat>Widescreen</PresentationFormat>
  <Paragraphs>378</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Google Sans</vt:lpstr>
      <vt:lpstr>Arial</vt:lpstr>
      <vt:lpstr>Arial</vt:lpstr>
      <vt:lpstr>S-P Global EDP 2025 16-9</vt:lpstr>
      <vt:lpstr>[Title max two lines, shrink to fit – must be at least 32pt]</vt:lpstr>
      <vt:lpstr>[Title max two lines, shrink to fit – must be at least 32pt]</vt:lpstr>
      <vt:lpstr>Event Type | Session Name</vt:lpstr>
      <vt:lpstr>[Presenter/Moderator/Panelist] — select a title</vt:lpstr>
      <vt:lpstr>Rules — please review carefully!</vt:lpstr>
      <vt:lpstr>Accessibility</vt:lpstr>
      <vt:lpstr>Resources</vt:lpstr>
      <vt:lpstr>Table samples</vt:lpstr>
      <vt:lpstr>Table samples</vt:lpstr>
      <vt:lpstr>Design assets</vt:lpstr>
      <vt:lpstr>Iconography</vt:lpstr>
      <vt:lpstr>Icon samples: General use</vt:lpstr>
      <vt:lpstr>Icon samples: General use</vt:lpstr>
      <vt:lpstr>Icon samples: General use</vt:lpstr>
      <vt:lpstr>Icon samples: General use</vt:lpstr>
      <vt:lpstr>Icon samples: General use</vt:lpstr>
      <vt:lpstr>Icon samples: General use</vt:lpstr>
      <vt:lpstr>Contact us</vt:lpstr>
      <vt:lpstr>Disclaimer</vt:lpstr>
    </vt:vector>
  </TitlesOfParts>
  <Company>SP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PptxGen</dc:creator>
  <cp:lastModifiedBy>PptxGen</cp:lastModifiedBy>
  <cp:revision>1</cp:revision>
  <dcterms:created xsi:type="dcterms:W3CDTF">2025-11-28T09:57:00Z</dcterms:created>
  <dcterms:modified xsi:type="dcterms:W3CDTF">2025-11-28T12:21:40Z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31f0267-8575-4fc2-99cc-f6b7f9934be9_Enabled">
    <vt:lpwstr>true</vt:lpwstr>
  </property>
  <property fmtid="{D5CDD505-2E9C-101B-9397-08002B2CF9AE}" pid="3" name="MSIP_Label_831f0267-8575-4fc2-99cc-f6b7f9934be9_SetDate">
    <vt:lpwstr>2025-11-19T00:16:38Z</vt:lpwstr>
  </property>
  <property fmtid="{D5CDD505-2E9C-101B-9397-08002B2CF9AE}" pid="4" name="MSIP_Label_831f0267-8575-4fc2-99cc-f6b7f9934be9_Method">
    <vt:lpwstr>Standard</vt:lpwstr>
  </property>
  <property fmtid="{D5CDD505-2E9C-101B-9397-08002B2CF9AE}" pid="5" name="MSIP_Label_831f0267-8575-4fc2-99cc-f6b7f9934be9_Name">
    <vt:lpwstr>831f0267-8575-4fc2-99cc-f6b7f9934be9</vt:lpwstr>
  </property>
  <property fmtid="{D5CDD505-2E9C-101B-9397-08002B2CF9AE}" pid="6" name="MSIP_Label_831f0267-8575-4fc2-99cc-f6b7f9934be9_SiteId">
    <vt:lpwstr>8f3e36ea-8039-4b40-81a7-7dc0599e8645</vt:lpwstr>
  </property>
  <property fmtid="{D5CDD505-2E9C-101B-9397-08002B2CF9AE}" pid="7" name="MSIP_Label_831f0267-8575-4fc2-99cc-f6b7f9934be9_ActionId">
    <vt:lpwstr>8419858e-47ef-4415-98ff-73e00ab96e0c</vt:lpwstr>
  </property>
  <property fmtid="{D5CDD505-2E9C-101B-9397-08002B2CF9AE}" pid="8" name="MSIP_Label_831f0267-8575-4fc2-99cc-f6b7f9934be9_ContentBits">
    <vt:lpwstr>0</vt:lpwstr>
  </property>
  <property fmtid="{D5CDD505-2E9C-101B-9397-08002B2CF9AE}" pid="9" name="MSIP_Label_831f0267-8575-4fc2-99cc-f6b7f9934be9_Tag">
    <vt:lpwstr>10, 3, 0, 1</vt:lpwstr>
  </property>
  <property fmtid="{D5CDD505-2E9C-101B-9397-08002B2CF9AE}" pid="10" name="MediaServiceImageTags">
    <vt:lpwstr/>
  </property>
  <property fmtid="{D5CDD505-2E9C-101B-9397-08002B2CF9AE}" pid="11" name="xd_ProgID">
    <vt:lpwstr/>
  </property>
  <property fmtid="{D5CDD505-2E9C-101B-9397-08002B2CF9AE}" pid="12" name="ContentTypeId">
    <vt:lpwstr>0x010100B9EE4FBF6D5A19429BAECE3910427730</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Notes">
    <vt:lpwstr/>
  </property>
  <property fmtid="{D5CDD505-2E9C-101B-9397-08002B2CF9AE}" pid="18" name="xd_Signature">
    <vt:bool>false</vt:bool>
  </property>
  <property fmtid="{D5CDD505-2E9C-101B-9397-08002B2CF9AE}" pid="19" name="GUID">
    <vt:lpwstr>b3e3049c-3f7a-4aa7-87c5-fac8467452c9</vt:lpwstr>
  </property>
</Properties>
</file>