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customXml" Target="../customXml/item1.xml"/><Relationship Id="rId9" Type="http://schemas.openxmlformats.org/officeDocument/2006/relationships/customXml" Target="../customXml/item2.xml"/><Relationship Id="rId10"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dirty="0"/>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dirty="0"/>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[Sidebar: </a:t>
            </a:r>
            <a:r>
              <a:rPr lang="en-US" sz="1600" b="0" i="0" dirty="0">
                <a:solidFill>
                  <a:schemeClr val="tx1"/>
                </a:solidFill>
                <a:effectLst/>
                <a:latin typeface="arial" panose="020B0604020202020204" pitchFamily="34" charset="0"/>
              </a:rPr>
              <a:t>A short article placed alongside a main article and containing additional or explanatory material</a:t>
            </a:r>
            <a:r>
              <a:rPr lang="en-US" dirty="0"/>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dirty="0"/>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57213" y="342900"/>
            <a:ext cx="11072535" cy="460551"/>
          </a:xfrm>
        </p:spPr>
        <p:txBody>
          <a:bodyPr/>
          <a:lstStyle/>
          <a:p>
            <a:r>
              <a:rPr lang="en-US" dirty="0"/>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dirty="0"/>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dirty="0"/>
          </a:p>
        </p:txBody>
      </p:sp>
    </p:spTree>
    <p:extLst>
      <p:ext uri="{BB962C8B-B14F-4D97-AF65-F5344CB8AC3E}">
        <p14:creationId xmlns:p14="http://schemas.microsoft.com/office/powerpoint/2010/main" val="355909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dirty="0"/>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 Photo 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73EB4-57C3-3D90-CEFE-20297645DE67}"/>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5" name="Picture Placeholder 7">
            <a:extLst>
              <a:ext uri="{FF2B5EF4-FFF2-40B4-BE49-F238E27FC236}">
                <a16:creationId xmlns:a16="http://schemas.microsoft.com/office/drawing/2014/main" id="{E0944ADD-C254-E778-C05E-01904C262CA6}"/>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7" name="Footer Placeholder 2">
            <a:extLst>
              <a:ext uri="{FF2B5EF4-FFF2-40B4-BE49-F238E27FC236}">
                <a16:creationId xmlns:a16="http://schemas.microsoft.com/office/drawing/2014/main" id="{FD32BC44-2154-2E7D-A2F8-F358ABD0A0BD}"/>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 Presentation Title / December 2025</a:t>
            </a:r>
            <a:endParaRPr lang="en-US" dirty="0"/>
          </a:p>
        </p:txBody>
      </p:sp>
      <p:sp>
        <p:nvSpPr>
          <p:cNvPr id="8" name="Slide Number Placeholder 4">
            <a:extLst>
              <a:ext uri="{FF2B5EF4-FFF2-40B4-BE49-F238E27FC236}">
                <a16:creationId xmlns:a16="http://schemas.microsoft.com/office/drawing/2014/main" id="{F10CCB33-B3C5-25DB-E4C3-9665B379F1A1}"/>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10" name="Title 6">
            <a:extLst>
              <a:ext uri="{FF2B5EF4-FFF2-40B4-BE49-F238E27FC236}">
                <a16:creationId xmlns:a16="http://schemas.microsoft.com/office/drawing/2014/main" id="{36E37AF8-41F7-DB23-5E56-150A9145CE45}"/>
              </a:ext>
            </a:extLst>
          </p:cNvPr>
          <p:cNvSpPr>
            <a:spLocks noGrp="1"/>
          </p:cNvSpPr>
          <p:nvPr>
            <p:ph type="title" hasCustomPrompt="1"/>
          </p:nvPr>
        </p:nvSpPr>
        <p:spPr>
          <a:xfrm>
            <a:off x="567038" y="342900"/>
            <a:ext cx="5029200" cy="460551"/>
          </a:xfrm>
        </p:spPr>
        <p:txBody>
          <a:bodyPr/>
          <a:lstStyle>
            <a:lvl1pPr>
              <a:defRPr>
                <a:solidFill>
                  <a:schemeClr val="bg1"/>
                </a:solidFill>
              </a:defRPr>
            </a:lvl1pPr>
          </a:lstStyle>
          <a:p>
            <a:r>
              <a:rPr lang="en-US" dirty="0"/>
              <a:t>[Headline]</a:t>
            </a:r>
          </a:p>
        </p:txBody>
      </p:sp>
      <p:sp>
        <p:nvSpPr>
          <p:cNvPr id="11" name="Sub-headline">
            <a:extLst>
              <a:ext uri="{FF2B5EF4-FFF2-40B4-BE49-F238E27FC236}">
                <a16:creationId xmlns:a16="http://schemas.microsoft.com/office/drawing/2014/main" id="{28439AC5-5F30-52D4-A108-84AE5961D687}"/>
              </a:ext>
            </a:extLst>
          </p:cNvPr>
          <p:cNvSpPr>
            <a:spLocks noGrp="1"/>
          </p:cNvSpPr>
          <p:nvPr>
            <p:ph type="body" sz="quarter" idx="18" hasCustomPrompt="1"/>
          </p:nvPr>
        </p:nvSpPr>
        <p:spPr>
          <a:xfrm>
            <a:off x="567037" y="899026"/>
            <a:ext cx="5029200" cy="278706"/>
          </a:xfrm>
          <a:prstGeom prst="rect">
            <a:avLst/>
          </a:prstGeom>
        </p:spPr>
        <p:txBody>
          <a:bodyPr/>
          <a:lstStyle>
            <a:lvl1pPr marL="0" indent="0">
              <a:buNone/>
              <a:defRPr sz="1800" b="0">
                <a:solidFill>
                  <a:schemeClr val="bg1"/>
                </a:solidFill>
                <a:latin typeface="+mn-lt"/>
              </a:defRPr>
            </a:lvl1pPr>
            <a:lvl2pPr marL="169863" indent="0">
              <a:buNone/>
              <a:defRPr/>
            </a:lvl2pPr>
          </a:lstStyle>
          <a:p>
            <a:pPr lvl="0"/>
            <a:r>
              <a:rPr lang="en-US" dirty="0"/>
              <a:t>[Sub-headline]</a:t>
            </a:r>
          </a:p>
        </p:txBody>
      </p:sp>
      <p:sp>
        <p:nvSpPr>
          <p:cNvPr id="13" name="Rectangle 12">
            <a:extLst>
              <a:ext uri="{FF2B5EF4-FFF2-40B4-BE49-F238E27FC236}">
                <a16:creationId xmlns:a16="http://schemas.microsoft.com/office/drawing/2014/main" id="{C6E45E37-78A6-C71D-861C-53239B497901}"/>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
        <p:nvSpPr>
          <p:cNvPr id="14" name="Footnote">
            <a:extLst>
              <a:ext uri="{FF2B5EF4-FFF2-40B4-BE49-F238E27FC236}">
                <a16:creationId xmlns:a16="http://schemas.microsoft.com/office/drawing/2014/main" id="{AEB6210A-D968-32B9-8C25-FB6721C1A060}"/>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solidFill>
                  <a:schemeClr val="bg1"/>
                </a:solidFill>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2" name="Text Placeholder 2">
            <a:extLst>
              <a:ext uri="{FF2B5EF4-FFF2-40B4-BE49-F238E27FC236}">
                <a16:creationId xmlns:a16="http://schemas.microsoft.com/office/drawing/2014/main" id="{CCF8BAD3-4851-038B-E98F-AB56F7BC587D}"/>
              </a:ext>
            </a:extLst>
          </p:cNvPr>
          <p:cNvSpPr>
            <a:spLocks noGrp="1"/>
          </p:cNvSpPr>
          <p:nvPr>
            <p:ph type="body" sz="quarter" idx="22" hasCustomPrompt="1"/>
          </p:nvPr>
        </p:nvSpPr>
        <p:spPr>
          <a:xfrm>
            <a:off x="566737" y="1261872"/>
            <a:ext cx="5029200" cy="433020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Second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Third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Fourth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 Photo Blue">
    <p:spTree>
      <p:nvGrpSpPr>
        <p:cNvPr id="1" name=""/>
        <p:cNvGrpSpPr/>
        <p:nvPr/>
      </p:nvGrpSpPr>
      <p:grpSpPr>
        <a:xfrm>
          <a:off x="0" y="0"/>
          <a:ext cx="0" cy="0"/>
          <a:chOff x="0" y="0"/>
          <a:chExt cx="0" cy="0"/>
        </a:xfrm>
      </p:grpSpPr>
      <p:sp>
        <p:nvSpPr>
          <p:cNvPr id="24" name="Picture Placeholder 7">
            <a:extLst>
              <a:ext uri="{FF2B5EF4-FFF2-40B4-BE49-F238E27FC236}">
                <a16:creationId xmlns:a16="http://schemas.microsoft.com/office/drawing/2014/main" id="{5873E5E7-BFE2-BDAF-4324-A15873AC8EBA}"/>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16" name="Footer Placeholder 2">
            <a:extLst>
              <a:ext uri="{FF2B5EF4-FFF2-40B4-BE49-F238E27FC236}">
                <a16:creationId xmlns:a16="http://schemas.microsoft.com/office/drawing/2014/main" id="{55F41018-AD13-0494-2EEB-29C77E891B96}"/>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 Presentation Title / December 2025</a:t>
            </a:r>
            <a:endParaRPr lang="en-US" dirty="0"/>
          </a:p>
        </p:txBody>
      </p:sp>
      <p:sp>
        <p:nvSpPr>
          <p:cNvPr id="17" name="Slide Number Placeholder 4">
            <a:extLst>
              <a:ext uri="{FF2B5EF4-FFF2-40B4-BE49-F238E27FC236}">
                <a16:creationId xmlns:a16="http://schemas.microsoft.com/office/drawing/2014/main" id="{1F9DC788-E257-ACC1-0B6F-68157DA2AD93}"/>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18" name="Rectangle 17">
            <a:extLst>
              <a:ext uri="{FF2B5EF4-FFF2-40B4-BE49-F238E27FC236}">
                <a16:creationId xmlns:a16="http://schemas.microsoft.com/office/drawing/2014/main" id="{B1512C5D-9643-7A20-0EE0-4881F8B20FF1}"/>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9" name="Title 6">
            <a:extLst>
              <a:ext uri="{FF2B5EF4-FFF2-40B4-BE49-F238E27FC236}">
                <a16:creationId xmlns:a16="http://schemas.microsoft.com/office/drawing/2014/main" id="{2B1BC2B0-BD34-DFEF-27E0-364C2D61C830}"/>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20" name="Sub-headline">
            <a:extLst>
              <a:ext uri="{FF2B5EF4-FFF2-40B4-BE49-F238E27FC236}">
                <a16:creationId xmlns:a16="http://schemas.microsoft.com/office/drawing/2014/main" id="{4EFE42CC-D228-601A-4787-83B0C635A0A9}"/>
              </a:ext>
              <a:ext uri="{C183D7F6-B498-43B3-948B-1728B52AA6E4}">
                <adec:decorative xmlns:adec="http://schemas.microsoft.com/office/drawing/2017/decorative" val="0"/>
              </a:ext>
            </a:extLst>
          </p:cNvPr>
          <p:cNvSpPr>
            <a:spLocks noGrp="1"/>
          </p:cNvSpPr>
          <p:nvPr>
            <p:ph type="body" sz="quarter" idx="18" hasCustomPrompt="1"/>
          </p:nvPr>
        </p:nvSpPr>
        <p:spPr>
          <a:xfrm>
            <a:off x="567039"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21" name="Text Placeholder 2">
            <a:extLst>
              <a:ext uri="{FF2B5EF4-FFF2-40B4-BE49-F238E27FC236}">
                <a16:creationId xmlns:a16="http://schemas.microsoft.com/office/drawing/2014/main" id="{F7062BE4-F419-212C-0AD8-C214876B6D0D}"/>
              </a:ext>
            </a:extLst>
          </p:cNvPr>
          <p:cNvSpPr>
            <a:spLocks noGrp="1"/>
          </p:cNvSpPr>
          <p:nvPr>
            <p:ph type="body" sz="quarter" idx="22" hasCustomPrompt="1"/>
          </p:nvPr>
        </p:nvSpPr>
        <p:spPr>
          <a:xfrm>
            <a:off x="566739" y="1261872"/>
            <a:ext cx="5029200" cy="4330202"/>
          </a:xfrm>
          <a:prstGeom prst="rect">
            <a:avLst/>
          </a:prstGeom>
        </p:spPr>
        <p:txBody>
          <a:bodyPr/>
          <a:lstStyle>
            <a:lvl1pPr>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2" name="Footnote">
            <a:extLst>
              <a:ext uri="{FF2B5EF4-FFF2-40B4-BE49-F238E27FC236}">
                <a16:creationId xmlns:a16="http://schemas.microsoft.com/office/drawing/2014/main" id="{86580864-B1EB-DB0F-0343-1FEE48C2EA97}"/>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23" name="Rectangle 22">
            <a:extLst>
              <a:ext uri="{FF2B5EF4-FFF2-40B4-BE49-F238E27FC236}">
                <a16:creationId xmlns:a16="http://schemas.microsoft.com/office/drawing/2014/main" id="{587B6FB3-C8A3-1F8D-C570-AD6F7974F252}"/>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dirty="0"/>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tx1"/>
                </a:solidFill>
                <a:latin typeface="+mn-lt"/>
              </a:rPr>
              <a:t>© 2025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dirty="0"/>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dirty="0"/>
              <a:t>[Click respective icon to insert CHART or TABLE </a:t>
            </a:r>
            <a:br>
              <a:rPr lang="en-US" dirty="0"/>
            </a:br>
            <a:r>
              <a:rPr lang="en-US" dirty="0"/>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dirty="0"/>
              <a:t>[Click respective icon to add CHART or TABLE </a:t>
            </a:r>
            <a:br>
              <a:rPr lang="en-US" dirty="0"/>
            </a:br>
            <a:r>
              <a:rPr lang="en-US" dirty="0"/>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dirty="0">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Statement Photo">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223507B7-B09E-007D-99F3-EEE8EAD0BFFB}"/>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7" name="Picture Placeholder 7">
            <a:extLst>
              <a:ext uri="{FF2B5EF4-FFF2-40B4-BE49-F238E27FC236}">
                <a16:creationId xmlns:a16="http://schemas.microsoft.com/office/drawing/2014/main" id="{E3CF8E69-2C70-C8DF-0AD2-25CF38AE73FF}"/>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prstGeom prst="rect">
            <a:avLst/>
          </a:prstGeom>
          <a:blipFill>
            <a:blip r:embed="rId2"/>
            <a:stretch>
              <a:fillRect/>
            </a:stretch>
          </a:blipFill>
        </p:spPr>
        <p:txBody>
          <a:bodyPr anchor="ctr"/>
          <a:lstStyle>
            <a:lvl1pPr marL="0" indent="0" algn="ctr">
              <a:buNone/>
              <a:defRPr/>
            </a:lvl1pPr>
          </a:lstStyle>
          <a:p>
            <a:r>
              <a:rPr lang="en-US" dirty="0"/>
              <a:t>[Click to insert photo and then “Send to back” to place photo in background and add statement text]</a:t>
            </a:r>
          </a:p>
        </p:txBody>
      </p:sp>
      <p:sp>
        <p:nvSpPr>
          <p:cNvPr id="8" name="Rectangle 7">
            <a:extLst>
              <a:ext uri="{FF2B5EF4-FFF2-40B4-BE49-F238E27FC236}">
                <a16:creationId xmlns:a16="http://schemas.microsoft.com/office/drawing/2014/main" id="{E47B9F5F-8FE9-2016-B06B-5853DC05EEE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pic>
        <p:nvPicPr>
          <p:cNvPr id="3" name="Picture 2" descr="A black and red sign with white text&#10;&#10;AI-generated content may be incorrect.">
            <a:extLst>
              <a:ext uri="{FF2B5EF4-FFF2-40B4-BE49-F238E27FC236}">
                <a16:creationId xmlns:a16="http://schemas.microsoft.com/office/drawing/2014/main" id="{9F0BCDB1-7ABE-A698-5094-A6BF19411926}"/>
              </a:ext>
            </a:extLst>
          </p:cNvPr>
          <p:cNvPicPr>
            <a:picLocks noChangeAspect="1"/>
          </p:cNvPicPr>
          <p:nvPr userDrawn="1"/>
        </p:nvPicPr>
        <p:blipFill>
          <a:stretch>
            <a:fillRect/>
          </a:stretch>
        </p:blipFill>
        <p:spPr>
          <a:xfrm>
            <a:off x="567393" y="6392768"/>
            <a:ext cx="762002" cy="365761"/>
          </a:xfrm>
          <a:prstGeom prst="rect">
            <a:avLst/>
          </a:prstGeom>
        </p:spPr>
      </p:pic>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3" name="Picture 2" descr="A black and red sign with white text&#10;&#10;AI-generated content may be incorrect.">
            <a:extLst>
              <a:ext uri="{FF2B5EF4-FFF2-40B4-BE49-F238E27FC236}">
                <a16:creationId xmlns:a16="http://schemas.microsoft.com/office/drawing/2014/main" id="{E04E07AC-4ED4-40D6-AA2D-C28EDF844CE1}"/>
              </a:ext>
            </a:extLst>
          </p:cNvPr>
          <p:cNvPicPr>
            <a:picLocks noChangeAspect="1"/>
          </p:cNvPicPr>
          <p:nvPr userDrawn="1"/>
        </p:nvPicPr>
        <p:blipFill>
          <a:stretch>
            <a:fillRect/>
          </a:stretch>
        </p:blipFill>
        <p:spPr>
          <a:xfrm>
            <a:off x="567393" y="6392768"/>
            <a:ext cx="762002" cy="365761"/>
          </a:xfrm>
          <a:prstGeom prst="rect">
            <a:avLst/>
          </a:prstGeom>
        </p:spPr>
      </p:pic>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dirty="0"/>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pic>
        <p:nvPicPr>
          <p:cNvPr id="3" name="Picture 2" descr="A black background with a black square&#10;&#10;AI-generated content may be incorrect.">
            <a:extLst>
              <a:ext uri="{FF2B5EF4-FFF2-40B4-BE49-F238E27FC236}">
                <a16:creationId xmlns:a16="http://schemas.microsoft.com/office/drawing/2014/main" id="{0F3C4E41-AB49-ECFF-5DFD-1D417449B2EC}"/>
              </a:ext>
            </a:extLst>
          </p:cNvPr>
          <p:cNvPicPr>
            <a:picLocks noChangeAspect="1"/>
          </p:cNvPicPr>
          <p:nvPr userDrawn="1"/>
        </p:nvPicPr>
        <p:blipFill>
          <a:stretch>
            <a:fillRect/>
          </a:stretch>
        </p:blipFill>
        <p:spPr>
          <a:xfrm>
            <a:off x="566956" y="6392768"/>
            <a:ext cx="762002" cy="365761"/>
          </a:xfrm>
          <a:prstGeom prst="rect">
            <a:avLst/>
          </a:prstGeom>
        </p:spPr>
      </p:pic>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pic>
        <p:nvPicPr>
          <p:cNvPr id="2" name="Picture 1" descr="A black background with a black square&#10;&#10;AI-generated content may be incorrect.">
            <a:extLst>
              <a:ext uri="{FF2B5EF4-FFF2-40B4-BE49-F238E27FC236}">
                <a16:creationId xmlns:a16="http://schemas.microsoft.com/office/drawing/2014/main" id="{1E5DAEC1-6D59-A37E-2682-88A6C3B45EB5}"/>
              </a:ext>
            </a:extLst>
          </p:cNvPr>
          <p:cNvPicPr>
            <a:picLocks noChangeAspect="1"/>
          </p:cNvPicPr>
          <p:nvPr userDrawn="1"/>
        </p:nvPicPr>
        <p:blipFill>
          <a:stretch>
            <a:fillRect/>
          </a:stretch>
        </p:blipFill>
        <p:spPr>
          <a:xfrm>
            <a:off x="566956" y="6392768"/>
            <a:ext cx="762002" cy="365761"/>
          </a:xfrm>
          <a:prstGeom prst="rect">
            <a:avLst/>
          </a:prstGeom>
        </p:spPr>
      </p:pic>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dirty="0">
                <a:solidFill>
                  <a:schemeClr val="tx1"/>
                </a:solidFill>
              </a:rPr>
              <a:t>These layouts for Heritage </a:t>
            </a:r>
            <a:br>
              <a:rPr lang="en-US" sz="8800" b="1" dirty="0">
                <a:solidFill>
                  <a:schemeClr val="tx1"/>
                </a:solidFill>
              </a:rPr>
            </a:br>
            <a:r>
              <a:rPr lang="en-US" sz="8800" b="1" dirty="0">
                <a:solidFill>
                  <a:schemeClr val="tx1"/>
                </a:solidFill>
              </a:rPr>
              <a:t>IHS Markit </a:t>
            </a:r>
          </a:p>
          <a:p>
            <a:pPr algn="ctr"/>
            <a:r>
              <a:rPr lang="en-US" sz="8800" b="1" dirty="0">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dirty="0"/>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dirty="0"/>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pic>
        <p:nvPicPr>
          <p:cNvPr id="4" name="Picture 3" descr="A black and red sign with white text&#10;&#10;AI-generated content may be incorrect.">
            <a:extLst>
              <a:ext uri="{FF2B5EF4-FFF2-40B4-BE49-F238E27FC236}">
                <a16:creationId xmlns:a16="http://schemas.microsoft.com/office/drawing/2014/main" id="{52015A08-D9EA-536C-8498-6BA4410DCA26}"/>
              </a:ext>
            </a:extLst>
          </p:cNvPr>
          <p:cNvPicPr>
            <a:picLocks noChangeAspect="1"/>
          </p:cNvPicPr>
          <p:nvPr userDrawn="1"/>
        </p:nvPicPr>
        <p:blipFill>
          <a:stretch>
            <a:fillRect/>
          </a:stretch>
        </p:blipFill>
        <p:spPr>
          <a:xfrm>
            <a:off x="558362" y="373819"/>
            <a:ext cx="1335027" cy="640081"/>
          </a:xfrm>
          <a:prstGeom prst="rect">
            <a:avLst/>
          </a:prstGeom>
        </p:spPr>
      </p:pic>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dirty="0"/>
              <a:t>[Title max two lines, shrink to fit – must be at least 32 </a:t>
            </a:r>
            <a:r>
              <a:rPr lang="en-US" dirty="0" err="1"/>
              <a:t>pt</a:t>
            </a:r>
            <a:r>
              <a:rPr lang="en-US" dirty="0"/>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 </a:t>
            </a:r>
            <a:r>
              <a:rPr lang="en-US" dirty="0" err="1"/>
              <a:t>pt</a:t>
            </a:r>
            <a:r>
              <a:rPr lang="en-US" dirty="0"/>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[First and Last Name / Department / Title]</a:t>
            </a:r>
          </a:p>
          <a:p>
            <a:pPr lvl="0"/>
            <a:r>
              <a:rPr lang="en-US" dirty="0"/>
              <a:t>[First and Last Name / Department / Title]</a:t>
            </a:r>
          </a:p>
          <a:p>
            <a:pPr lvl="0"/>
            <a:r>
              <a:rPr lang="en-US" dirty="0"/>
              <a:t>[First and Last Name / Department / Title]</a:t>
            </a:r>
          </a:p>
          <a:p>
            <a:pPr lvl="0"/>
            <a:r>
              <a:rPr lang="en-US" dirty="0"/>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endParaRPr lang="en-US" dirty="0"/>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pic>
        <p:nvPicPr>
          <p:cNvPr id="4" name="Picture 3" descr="A black background with red letters&#10;&#10;AI-generated content may be incorrect.">
            <a:extLst>
              <a:ext uri="{FF2B5EF4-FFF2-40B4-BE49-F238E27FC236}">
                <a16:creationId xmlns:a16="http://schemas.microsoft.com/office/drawing/2014/main" id="{4A2EBAF9-551D-037B-7912-97DD41591E7E}"/>
              </a:ext>
            </a:extLst>
          </p:cNvPr>
          <p:cNvPicPr>
            <a:picLocks noChangeAspect="1"/>
          </p:cNvPicPr>
          <p:nvPr userDrawn="1"/>
        </p:nvPicPr>
        <p:blipFill>
          <a:stretch>
            <a:fillRect/>
          </a:stretch>
        </p:blipFill>
        <p:spPr>
          <a:xfrm>
            <a:off x="556311" y="373829"/>
            <a:ext cx="1335027" cy="640081"/>
          </a:xfrm>
          <a:prstGeom prst="rect">
            <a:avLst/>
          </a:prstGeom>
        </p:spPr>
      </p:pic>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dirty="0"/>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dirty="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dirty="0"/>
              <a:t>[Click to add content items]</a:t>
            </a:r>
          </a:p>
          <a:p>
            <a:pPr lvl="1"/>
            <a:r>
              <a:rPr lang="en-US" dirty="0"/>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dirty="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dirty="0"/>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dirty="0"/>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dirty="0">
                <a:solidFill>
                  <a:schemeClr val="tx1"/>
                </a:solidFill>
              </a:rPr>
              <a:t>Disclaimers</a:t>
            </a:r>
          </a:p>
          <a:p>
            <a:pPr algn="ctr"/>
            <a:r>
              <a:rPr lang="en-US" sz="7200" b="1" dirty="0">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228397"/>
            <a:ext cx="11077576" cy="4401205"/>
          </a:xfrm>
          <a:prstGeom prst="rect">
            <a:avLst/>
          </a:prstGeom>
          <a:noFill/>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2025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pic>
        <p:nvPicPr>
          <p:cNvPr id="4" name="Picture 3" descr="A black background with red text&#10;&#10;AI-generated content may be incorrect.">
            <a:extLst>
              <a:ext uri="{FF2B5EF4-FFF2-40B4-BE49-F238E27FC236}">
                <a16:creationId xmlns:a16="http://schemas.microsoft.com/office/drawing/2014/main" id="{E1F2701C-8C67-AC6C-D70E-A8CC1E78FB0A}"/>
              </a:ext>
            </a:extLst>
          </p:cNvPr>
          <p:cNvPicPr>
            <a:picLocks noChangeAspect="1"/>
          </p:cNvPicPr>
          <p:nvPr userDrawn="1"/>
        </p:nvPicPr>
        <p:blipFill>
          <a:stretch>
            <a:fillRect/>
          </a:stretch>
        </p:blipFill>
        <p:spPr>
          <a:xfrm>
            <a:off x="567039" y="6395945"/>
            <a:ext cx="762002" cy="365761"/>
          </a:xfrm>
          <a:prstGeom prst="rect">
            <a:avLst/>
          </a:prstGeom>
        </p:spPr>
      </p:pic>
    </p:spTree>
    <p:extLst>
      <p:ext uri="{BB962C8B-B14F-4D97-AF65-F5344CB8AC3E}">
        <p14:creationId xmlns:p14="http://schemas.microsoft.com/office/powerpoint/2010/main" val="2988930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pic>
        <p:nvPicPr>
          <p:cNvPr id="2" name="Picture 1" descr="A black background with red text&#10;&#10;AI-generated content may be incorrect.">
            <a:extLst>
              <a:ext uri="{FF2B5EF4-FFF2-40B4-BE49-F238E27FC236}">
                <a16:creationId xmlns:a16="http://schemas.microsoft.com/office/drawing/2014/main" id="{7E6371FB-9427-CA33-5F3B-8EACB8A3B9F0}"/>
              </a:ext>
            </a:extLst>
          </p:cNvPr>
          <p:cNvPicPr>
            <a:picLocks noChangeAspect="1"/>
          </p:cNvPicPr>
          <p:nvPr userDrawn="1"/>
        </p:nvPicPr>
        <p:blipFill>
          <a:stretch>
            <a:fillRect/>
          </a:stretch>
        </p:blipFill>
        <p:spPr>
          <a:xfrm>
            <a:off x="567039" y="6395945"/>
            <a:ext cx="762002" cy="365761"/>
          </a:xfrm>
          <a:prstGeom prst="rect">
            <a:avLst/>
          </a:prstGeom>
        </p:spPr>
      </p:pic>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732733"/>
            <a:ext cx="11077576" cy="3392532"/>
          </a:xfrm>
          <a:prstGeom prst="rect">
            <a:avLst/>
          </a:prstGeom>
          <a:noFill/>
        </p:spPr>
        <p:txBody>
          <a:bodyPr wrap="square" anchor="ctr">
            <a:spAutoFit/>
          </a:bodyP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2025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dirty="0"/>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dirty="0"/>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 id="2147483057" r:id="rId57"/>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914400"/>
            <a:ext cx="9144000" cy="0"/>
          </a:xfrm>
          <a:prstGeom prst="rect">
            <a:avLst/>
          </a:prstGeom>
          <a:noFill/>
          <a:ln/>
        </p:spPr>
        <p:txBody>
          <a:bodyPr wrap="square" rtlCol="0" anchor="ctr"/>
          <a:lstStyle/>
          <a:p>
            <a:pPr indent="0" marL="0">
              <a:buNone/>
            </a:pPr>
            <a:r>
              <a:rPr lang="en-US" sz="2400" dirty="0">
                <a:solidFill>
                  <a:srgbClr val="000000"/>
                </a:solidFill>
              </a:rPr>
              <a:t>Test Slide</a:t>
            </a:r>
            <a:endParaRPr lang="en-US" sz="2400" dirty="0"/>
          </a:p>
        </p:txBody>
      </p:sp>
    </p:spTree>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ppt/theme/theme2.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38ba66c5-cb93-4627-974e-dc0680a5f241" xsi:nil="true"/>
    <Trainingvideo xmlns="38ba66c5-cb93-4627-974e-dc0680a5f241">
      <Url xsi:nil="true"/>
      <Description xsi:nil="true"/>
    </Trainingvideo>
    <IconOverlay xmlns="http://schemas.microsoft.com/sharepoint/v4" xsi:nil="true"/>
    <Additionallinks xmlns="38ba66c5-cb93-4627-974e-dc0680a5f241">
      <Url xsi:nil="true"/>
      <Description xsi:nil="true"/>
    </Additionallinks>
    <Writtenhandout_x002f_checklist xmlns="38ba66c5-cb93-4627-974e-dc0680a5f241">
      <Url xsi:nil="true"/>
      <Description xsi:nil="true"/>
    </Writtenhandout_x002f_checklis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EE4FBF6D5A19429BAECE3910427730" ma:contentTypeVersion="12" ma:contentTypeDescription="Create a new document." ma:contentTypeScope="" ma:versionID="8cd689363ba5e17e477e3e69a97e95e0">
  <xsd:schema xmlns:xsd="http://www.w3.org/2001/XMLSchema" xmlns:xs="http://www.w3.org/2001/XMLSchema" xmlns:p="http://schemas.microsoft.com/office/2006/metadata/properties" xmlns:ns2="38ba66c5-cb93-4627-974e-dc0680a5f241" xmlns:ns3="d4f8375b-f15c-4c4c-836f-2d3f5e6eb6c5" xmlns:ns4="http://schemas.microsoft.com/sharepoint/v4" xmlns:ns5="8a08930f-83b0-49d0-84f7-00832a30247f" targetNamespace="http://schemas.microsoft.com/office/2006/metadata/properties" ma:root="true" ma:fieldsID="3a869747ebf997af8b9bafe36fdfe0e7" ns2:_="" ns3:_="" ns4:_="" ns5:_="">
    <xsd:import namespace="38ba66c5-cb93-4627-974e-dc0680a5f241"/>
    <xsd:import namespace="d4f8375b-f15c-4c4c-836f-2d3f5e6eb6c5"/>
    <xsd:import namespace="http://schemas.microsoft.com/sharepoint/v4"/>
    <xsd:import namespace="8a08930f-83b0-49d0-84f7-00832a30247f"/>
    <xsd:element name="properties">
      <xsd:complexType>
        <xsd:sequence>
          <xsd:element name="documentManagement">
            <xsd:complexType>
              <xsd:all>
                <xsd:element ref="ns2:MediaServiceMetadata" minOccurs="0"/>
                <xsd:element ref="ns2:MediaServiceFastMetadata" minOccurs="0"/>
                <xsd:element ref="ns2:Notes" minOccurs="0"/>
                <xsd:element ref="ns3:SharedWithUsers" minOccurs="0"/>
                <xsd:element ref="ns3:SharedWithDetails" minOccurs="0"/>
                <xsd:element ref="ns2:MediaServiceSearchProperties" minOccurs="0"/>
                <xsd:element ref="ns2:MediaServiceDateTaken" minOccurs="0"/>
                <xsd:element ref="ns2:MediaLengthInSeconds" minOccurs="0"/>
                <xsd:element ref="ns2:Trainingvideo" minOccurs="0"/>
                <xsd:element ref="ns2:Writtenhandout_x002f_checklist" minOccurs="0"/>
                <xsd:element ref="ns2:Additionallinks" minOccurs="0"/>
                <xsd:element ref="ns4:IconOverlay" minOccurs="0"/>
                <xsd:element ref="ns5:MediaServiceObjectDetectorVersions" minOccurs="0"/>
                <xsd:element ref="ns5:MediaServiceGenerationTime" minOccurs="0"/>
                <xsd:element ref="ns5: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ba66c5-cb93-4627-974e-dc0680a5f2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s" ma:index="10" nillable="true" ma:displayName="Notes" ma:description="IMPORTANT: Please note that version numbers in this video may be outdated as we continue to fix bugs and make improvements. You´ll always find the most up to date version on this SharePoint page." ma:format="Dropdown" ma:internalName="Notes">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Trainingvideo" ma:index="16" nillable="true" ma:displayName="Training video" ma:format="Hyperlink" ma:internalName="Trainingvideo">
      <xsd:complexType>
        <xsd:complexContent>
          <xsd:extension base="dms:URL">
            <xsd:sequence>
              <xsd:element name="Url" type="dms:ValidUrl" minOccurs="0" nillable="true"/>
              <xsd:element name="Description" type="xsd:string" nillable="true"/>
            </xsd:sequence>
          </xsd:extension>
        </xsd:complexContent>
      </xsd:complexType>
    </xsd:element>
    <xsd:element name="Writtenhandout_x002f_checklist" ma:index="17" nillable="true" ma:displayName="Written handout" ma:format="Image" ma:internalName="Writtenhandout_x002f_checklist">
      <xsd:complexType>
        <xsd:complexContent>
          <xsd:extension base="dms:URL">
            <xsd:sequence>
              <xsd:element name="Url" type="dms:ValidUrl" minOccurs="0" nillable="true"/>
              <xsd:element name="Description" type="xsd:string" nillable="true"/>
            </xsd:sequence>
          </xsd:extension>
        </xsd:complexContent>
      </xsd:complexType>
    </xsd:element>
    <xsd:element name="Additionallinks" ma:index="18" nillable="true" ma:displayName="Useful link" ma:format="Image" ma:internalName="Additionallinks">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4f8375b-f15c-4c4c-836f-2d3f5e6eb6c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08930f-83b0-49d0-84f7-00832a30247f" elementFormDefault="qualified">
    <xsd:import namespace="http://schemas.microsoft.com/office/2006/documentManagement/types"/>
    <xsd:import namespace="http://schemas.microsoft.com/office/infopath/2007/PartnerControls"/>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BA47C7-53D1-4E5D-BD7E-65E7F707CBD7}">
  <ds:schemaRefs>
    <ds:schemaRef ds:uri="http://schemas.microsoft.com/office/2006/metadata/properties"/>
    <ds:schemaRef ds:uri="http://schemas.microsoft.com/office/infopath/2007/PartnerControls"/>
    <ds:schemaRef ds:uri="a7b088f9-5bd5-4bdb-b5bc-dcadbd2c3ab5"/>
    <ds:schemaRef ds:uri="01a85018-e850-4e17-bfd2-3567c6643c53"/>
    <ds:schemaRef ds:uri="38ba66c5-cb93-4627-974e-dc0680a5f241"/>
    <ds:schemaRef ds:uri="http://schemas.microsoft.com/sharepoint/v4"/>
  </ds:schemaRefs>
</ds:datastoreItem>
</file>

<file path=customXml/itemProps2.xml><?xml version="1.0" encoding="utf-8"?>
<ds:datastoreItem xmlns:ds="http://schemas.openxmlformats.org/officeDocument/2006/customXml" ds:itemID="{89601348-A7A2-41AF-8D98-9AEF97B74D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ba66c5-cb93-4627-974e-dc0680a5f241"/>
    <ds:schemaRef ds:uri="d4f8375b-f15c-4c4c-836f-2d3f5e6eb6c5"/>
    <ds:schemaRef ds:uri="http://schemas.microsoft.com/sharepoint/v4"/>
    <ds:schemaRef ds:uri="8a08930f-83b0-49d0-84f7-00832a3024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EDP_2025_16x9_Energy</Template>
  <TotalTime>144</TotalTime>
  <Words>1807</Words>
  <Application>Microsoft Office PowerPoint</Application>
  <PresentationFormat>Widescreen</PresentationFormat>
  <Paragraphs>378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Google Sans</vt:lpstr>
      <vt:lpstr>Arial</vt:lpstr>
      <vt:lpstr>Arial</vt:lpstr>
      <vt:lpstr>S-P Global EDP 2025 16-9</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Disclaimer</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PptxGen</cp:lastModifiedBy>
  <cp:revision>1</cp:revision>
  <dcterms:created xsi:type="dcterms:W3CDTF">2025-11-28T09:57:00Z</dcterms:created>
  <dcterms:modified xsi:type="dcterms:W3CDTF">2025-11-28T12:21:40Z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