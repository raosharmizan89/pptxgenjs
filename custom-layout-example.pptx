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Q1</c:v>
                </c:pt>
              </c:strCache>
            </c:strRef>
          </c:tx>
          <c:spPr>
            <a:solidFill>
              <a:srgbClr val="0066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66CC"/>
              </a:solidFill>
              <a:effectLst/>
            </c:spPr>
          </c:dPt>
          <c:dPt>
            <c:idx val="1"/>
            <c:invertIfNegative val="0"/>
            <c:bubble3D val="0"/>
            <c:spPr>
              <a:solidFill>
                <a:srgbClr val="00AA44"/>
              </a:solidFill>
              <a:effectLst/>
            </c:spPr>
          </c:dPt>
          <c:dPt>
            <c:idx val="2"/>
            <c:invertIfNegative val="0"/>
            <c:bubble3D val="0"/>
            <c:spPr>
              <a:solidFill>
                <a:srgbClr val="FF6633"/>
              </a:solidFill>
              <a:effectLst/>
            </c:spPr>
          </c:dPt>
          <c:cat>
            <c:multiLvlStrRef>
              <c:f>Sheet1!$A$2:$A$4</c:f>
              <c:multiLvlStrCache>
                <c:ptCount val="3"/>
                <c:lvl>
                  <c:pt idx="0">
                    <c:v>Product A</c:v>
                  </c:pt>
                  <c:pt idx="1">
                    <c:v>Product B</c:v>
                  </c:pt>
                  <c:pt idx="2">
                    <c:v>Product C</c:v>
                  </c:pt>
                </c:lvl>
              </c:multiLvlStrCache>
            </c:multiLvlStrRef>
          </c:cat>
          <c:val>
            <c:numRef>
              <c:f>Sheet1!$B$2:$B$4</c:f>
              <c:numCache>
                <c:formatCode>General</c:formatCode>
                <c:ptCount val="3"/>
                <c:pt idx="0">
                  <c:v>25</c:v>
                </c:pt>
                <c:pt idx="1">
                  <c:v>40</c:v>
                </c:pt>
                <c:pt idx="2">
                  <c:v>35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7.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pic>
        <p:nvPicPr>
          <p:cNvPr id="3" name="Picture 2" descr="A black and red sign with white text&#10;&#10;AI-generated content may be incorrect.">
            <a:extLst>
              <a:ext uri="{FF2B5EF4-FFF2-40B4-BE49-F238E27FC236}">
                <a16:creationId xmlns:a16="http://schemas.microsoft.com/office/drawing/2014/main" id="{9F0BCDB1-7ABE-A698-5094-A6BF19411926}"/>
              </a:ext>
            </a:extLst>
          </p:cNvPr>
          <p:cNvPicPr>
            <a:picLocks noChangeAspect="1"/>
          </p:cNvPicPr>
          <p:nvPr userDrawn="1"/>
        </p:nvPicPr>
        <p:blipFill>
          <a:stretch>
            <a:fillRect/>
          </a:stretch>
        </p:blipFill>
        <p:spPr>
          <a:xfrm>
            <a:off x="567393" y="6392768"/>
            <a:ext cx="762002" cy="365761"/>
          </a:xfrm>
          <a:prstGeom prst="rect">
            <a:avLst/>
          </a:prstGeom>
        </p:spPr>
      </p:pic>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3" name="Picture 2" descr="A black and red sign with white text&#10;&#10;AI-generated content may be incorrect.">
            <a:extLst>
              <a:ext uri="{FF2B5EF4-FFF2-40B4-BE49-F238E27FC236}">
                <a16:creationId xmlns:a16="http://schemas.microsoft.com/office/drawing/2014/main" id="{E04E07AC-4ED4-40D6-AA2D-C28EDF844CE1}"/>
              </a:ext>
            </a:extLst>
          </p:cNvPr>
          <p:cNvPicPr>
            <a:picLocks noChangeAspect="1"/>
          </p:cNvPicPr>
          <p:nvPr userDrawn="1"/>
        </p:nvPicPr>
        <p:blipFill>
          <a:stretch>
            <a:fillRect/>
          </a:stretch>
        </p:blipFill>
        <p:spPr>
          <a:xfrm>
            <a:off x="567393" y="6392768"/>
            <a:ext cx="762002" cy="365761"/>
          </a:xfrm>
          <a:prstGeom prst="rect">
            <a:avLst/>
          </a:prstGeom>
        </p:spPr>
      </p:pic>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pic>
        <p:nvPicPr>
          <p:cNvPr id="3" name="Picture 2" descr="A black background with a black square&#10;&#10;AI-generated content may be incorrect.">
            <a:extLst>
              <a:ext uri="{FF2B5EF4-FFF2-40B4-BE49-F238E27FC236}">
                <a16:creationId xmlns:a16="http://schemas.microsoft.com/office/drawing/2014/main" id="{0F3C4E41-AB49-ECFF-5DFD-1D417449B2EC}"/>
              </a:ext>
            </a:extLst>
          </p:cNvPr>
          <p:cNvPicPr>
            <a:picLocks noChangeAspect="1"/>
          </p:cNvPicPr>
          <p:nvPr userDrawn="1"/>
        </p:nvPicPr>
        <p:blipFill>
          <a:stretch>
            <a:fillRect/>
          </a:stretch>
        </p:blipFill>
        <p:spPr>
          <a:xfrm>
            <a:off x="566956" y="6392768"/>
            <a:ext cx="762002" cy="365761"/>
          </a:xfrm>
          <a:prstGeom prst="rect">
            <a:avLst/>
          </a:prstGeom>
        </p:spPr>
      </p:pic>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pic>
        <p:nvPicPr>
          <p:cNvPr id="2" name="Picture 1" descr="A black background with a black square&#10;&#10;AI-generated content may be incorrect.">
            <a:extLst>
              <a:ext uri="{FF2B5EF4-FFF2-40B4-BE49-F238E27FC236}">
                <a16:creationId xmlns:a16="http://schemas.microsoft.com/office/drawing/2014/main" id="{1E5DAEC1-6D59-A37E-2682-88A6C3B45EB5}"/>
              </a:ext>
            </a:extLst>
          </p:cNvPr>
          <p:cNvPicPr>
            <a:picLocks noChangeAspect="1"/>
          </p:cNvPicPr>
          <p:nvPr userDrawn="1"/>
        </p:nvPicPr>
        <p:blipFill>
          <a:stretch>
            <a:fillRect/>
          </a:stretch>
        </p:blipFill>
        <p:spPr>
          <a:xfrm>
            <a:off x="566956" y="6392768"/>
            <a:ext cx="762002" cy="365761"/>
          </a:xfrm>
          <a:prstGeom prst="rect">
            <a:avLst/>
          </a:prstGeom>
        </p:spPr>
      </p:pic>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and red sign with white text&#10;&#10;AI-generated content may be incorrect.">
            <a:extLst>
              <a:ext uri="{FF2B5EF4-FFF2-40B4-BE49-F238E27FC236}">
                <a16:creationId xmlns:a16="http://schemas.microsoft.com/office/drawing/2014/main" id="{52015A08-D9EA-536C-8498-6BA4410DCA26}"/>
              </a:ext>
            </a:extLst>
          </p:cNvPr>
          <p:cNvPicPr>
            <a:picLocks noChangeAspect="1"/>
          </p:cNvPicPr>
          <p:nvPr userDrawn="1"/>
        </p:nvPicPr>
        <p:blipFill>
          <a:stretch>
            <a:fillRect/>
          </a:stretch>
        </p:blipFill>
        <p:spPr>
          <a:xfrm>
            <a:off x="558362" y="373819"/>
            <a:ext cx="1335027" cy="640081"/>
          </a:xfrm>
          <a:prstGeom prst="rect">
            <a:avLst/>
          </a:prstGeom>
        </p:spPr>
      </p:pic>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background with red letters&#10;&#10;AI-generated content may be incorrect.">
            <a:extLst>
              <a:ext uri="{FF2B5EF4-FFF2-40B4-BE49-F238E27FC236}">
                <a16:creationId xmlns:a16="http://schemas.microsoft.com/office/drawing/2014/main" id="{4A2EBAF9-551D-037B-7912-97DD41591E7E}"/>
              </a:ext>
            </a:extLst>
          </p:cNvPr>
          <p:cNvPicPr>
            <a:picLocks noChangeAspect="1"/>
          </p:cNvPicPr>
          <p:nvPr userDrawn="1"/>
        </p:nvPicPr>
        <p:blipFill>
          <a:stretch>
            <a:fillRect/>
          </a:stretch>
        </p:blipFill>
        <p:spPr>
          <a:xfrm>
            <a:off x="556311" y="373829"/>
            <a:ext cx="1335027" cy="640081"/>
          </a:xfrm>
          <a:prstGeom prst="rect">
            <a:avLst/>
          </a:prstGeom>
        </p:spPr>
      </p:pic>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pic>
        <p:nvPicPr>
          <p:cNvPr id="4" name="Picture 3" descr="A black background with red text&#10;&#10;AI-generated content may be incorrect.">
            <a:extLst>
              <a:ext uri="{FF2B5EF4-FFF2-40B4-BE49-F238E27FC236}">
                <a16:creationId xmlns:a16="http://schemas.microsoft.com/office/drawing/2014/main" id="{E1F2701C-8C67-AC6C-D70E-A8CC1E78FB0A}"/>
              </a:ext>
            </a:extLst>
          </p:cNvPr>
          <p:cNvPicPr>
            <a:picLocks noChangeAspect="1"/>
          </p:cNvPicPr>
          <p:nvPr userDrawn="1"/>
        </p:nvPicPr>
        <p:blipFill>
          <a:stretch>
            <a:fillRect/>
          </a:stretch>
        </p:blipFill>
        <p:spPr>
          <a:xfrm>
            <a:off x="567039" y="6395945"/>
            <a:ext cx="762002" cy="365761"/>
          </a:xfrm>
          <a:prstGeom prst="rect">
            <a:avLst/>
          </a:prstGeom>
        </p:spPr>
      </p:pic>
    </p:spTree>
    <p:extLst>
      <p:ext uri="{BB962C8B-B14F-4D97-AF65-F5344CB8AC3E}">
        <p14:creationId xmlns:p14="http://schemas.microsoft.com/office/powerpoint/2010/main" val="29889304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pic>
        <p:nvPicPr>
          <p:cNvPr id="2" name="Picture 1" descr="A black background with red text&#10;&#10;AI-generated content may be incorrect.">
            <a:extLst>
              <a:ext uri="{FF2B5EF4-FFF2-40B4-BE49-F238E27FC236}">
                <a16:creationId xmlns:a16="http://schemas.microsoft.com/office/drawing/2014/main" id="{7E6371FB-9427-CA33-5F3B-8EACB8A3B9F0}"/>
              </a:ext>
            </a:extLst>
          </p:cNvPr>
          <p:cNvPicPr>
            <a:picLocks noChangeAspect="1"/>
          </p:cNvPicPr>
          <p:nvPr userDrawn="1"/>
        </p:nvPicPr>
        <p:blipFill>
          <a:stretch>
            <a:fillRect/>
          </a:stretch>
        </p:blipFill>
        <p:spPr>
          <a:xfrm>
            <a:off x="567039" y="6395945"/>
            <a:ext cx="762002" cy="365761"/>
          </a:xfrm>
          <a:prstGeom prst="rect">
            <a:avLst/>
          </a:prstGeom>
        </p:spPr>
      </p:pic>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8.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2286000"/>
            <a:ext cx="7315200" cy="914400"/>
          </a:xfrm>
          <a:prstGeom prst="rect">
            <a:avLst/>
          </a:prstGeom>
          <a:noFill/>
          <a:ln/>
        </p:spPr>
        <p:txBody>
          <a:bodyPr wrap="square" rtlCol="0" anchor="ctr"/>
          <a:lstStyle/>
          <a:p>
            <a:pPr indent="0" marL="0">
              <a:buNone/>
            </a:pPr>
            <a:r>
              <a:rPr lang="en-US" sz="4400" b="1" dirty="0">
                <a:solidFill>
                  <a:srgbClr val="000000"/>
                </a:solidFill>
              </a:rPr>
              <a:t>Custom Layouts Demo</a:t>
            </a:r>
            <a:endParaRPr lang="en-US" sz="4400" dirty="0"/>
          </a:p>
        </p:txBody>
      </p:sp>
      <p:sp>
        <p:nvSpPr>
          <p:cNvPr id="3" name="Text 1"/>
          <p:cNvSpPr/>
          <p:nvPr/>
        </p:nvSpPr>
        <p:spPr>
          <a:xfrm>
            <a:off x="914400" y="3200400"/>
            <a:ext cx="7315200" cy="457200"/>
          </a:xfrm>
          <a:prstGeom prst="rect">
            <a:avLst/>
          </a:prstGeom>
          <a:noFill/>
          <a:ln/>
        </p:spPr>
        <p:txBody>
          <a:bodyPr wrap="square" rtlCol="0" anchor="ctr"/>
          <a:lstStyle/>
          <a:p>
            <a:pPr indent="0" marL="0">
              <a:buNone/>
            </a:pPr>
            <a:r>
              <a:rPr lang="en-US" sz="2400" dirty="0">
                <a:solidFill>
                  <a:srgbClr val="666666"/>
                </a:solidFill>
              </a:rPr>
              <a:t>Demonstrating 57 Available Layouts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2800" b="1" dirty="0">
                <a:solidFill>
                  <a:srgbClr val="000000"/>
                </a:solidFill>
              </a:rPr>
              <a:t>Main Topic</a:t>
            </a:r>
            <a:endParaRPr lang="en-US" sz="2800" dirty="0"/>
          </a:p>
        </p:txBody>
      </p:sp>
      <p:sp>
        <p:nvSpPr>
          <p:cNvPr id="3" name="Text 1"/>
          <p:cNvSpPr/>
          <p:nvPr/>
        </p:nvSpPr>
        <p:spPr>
          <a:xfrm>
            <a:off x="457200" y="1097280"/>
            <a:ext cx="8229600" cy="365760"/>
          </a:xfrm>
          <a:prstGeom prst="rect">
            <a:avLst/>
          </a:prstGeom>
          <a:noFill/>
          <a:ln/>
        </p:spPr>
        <p:txBody>
          <a:bodyPr wrap="square" rtlCol="0" anchor="ctr"/>
          <a:lstStyle/>
          <a:p>
            <a:pPr indent="0" marL="0">
              <a:buNone/>
            </a:pPr>
            <a:r>
              <a:rPr lang="en-US" sz="1800" dirty="0">
                <a:solidFill>
                  <a:srgbClr val="666666"/>
                </a:solidFill>
              </a:rPr>
              <a:t>Supporting detail or subtitle</a:t>
            </a:r>
            <a:endParaRPr lang="en-US" sz="1800" dirty="0"/>
          </a:p>
        </p:txBody>
      </p:sp>
      <p:sp>
        <p:nvSpPr>
          <p:cNvPr id="4" name="Text 2"/>
          <p:cNvSpPr/>
          <p:nvPr/>
        </p:nvSpPr>
        <p:spPr>
          <a:xfrm>
            <a:off x="457200" y="1828800"/>
            <a:ext cx="8229600" cy="1828800"/>
          </a:xfrm>
          <a:prstGeom prst="rect">
            <a:avLst/>
          </a:prstGeom>
          <a:noFill/>
          <a:ln/>
        </p:spPr>
        <p:txBody>
          <a:bodyPr wrap="square" rtlCol="0" anchor="ctr"/>
          <a:lstStyle/>
          <a:p>
            <a:pPr marL="342900" indent="-342900">
              <a:buSzPct val="100000"/>
              <a:buChar char="•"/>
            </a:pPr>
            <a:r>
              <a:rPr lang="en-US" sz="1600" dirty="0">
                <a:solidFill>
                  <a:srgbClr val="000000"/>
                </a:solidFill>
              </a:rPr>
              <a:t>• Key point one</a:t>
            </a:r>
            <a:endParaRPr lang="en-US" sz="1600" dirty="0"/>
          </a:p>
          <a:p>
            <a:pPr marL="342900" indent="-342900">
              <a:buSzPct val="100000"/>
              <a:buChar char="•"/>
            </a:pPr>
            <a:r>
              <a:rPr lang="en-US" sz="1600" dirty="0">
                <a:solidFill>
                  <a:srgbClr val="000000"/>
                </a:solidFill>
              </a:rPr>
              <a:t>• Key point two</a:t>
            </a:r>
            <a:endParaRPr lang="en-US" sz="1600" dirty="0"/>
          </a:p>
          <a:p>
            <a:pPr marL="342900" indent="-342900">
              <a:buSzPct val="100000"/>
              <a:buChar char="•"/>
            </a:pPr>
            <a:r>
              <a:rPr lang="en-US" sz="1600" dirty="0">
                <a:solidFill>
                  <a:srgbClr val="000000"/>
                </a:solidFill>
              </a:rPr>
              <a:t>• Key point three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2800" b="1" dirty="0">
                <a:solidFill>
                  <a:srgbClr val="000000"/>
                </a:solidFill>
              </a:rPr>
              <a:t>Comparison Layout</a:t>
            </a:r>
            <a:endParaRPr lang="en-US" sz="2800" dirty="0"/>
          </a:p>
        </p:txBody>
      </p:sp>
      <p:sp>
        <p:nvSpPr>
          <p:cNvPr id="3" name="Text 1"/>
          <p:cNvSpPr/>
          <p:nvPr/>
        </p:nvSpPr>
        <p:spPr>
          <a:xfrm>
            <a:off x="457200" y="1371600"/>
            <a:ext cx="3657600" cy="365760"/>
          </a:xfrm>
          <a:prstGeom prst="rect">
            <a:avLst/>
          </a:prstGeom>
          <a:noFill/>
          <a:ln/>
        </p:spPr>
        <p:txBody>
          <a:bodyPr wrap="square" rtlCol="0" anchor="ctr"/>
          <a:lstStyle/>
          <a:p>
            <a:pPr indent="0" marL="0">
              <a:buNone/>
            </a:pPr>
            <a:r>
              <a:rPr lang="en-US" sz="2000" b="1" dirty="0">
                <a:solidFill>
                  <a:srgbClr val="0066CC"/>
                </a:solidFill>
              </a:rPr>
              <a:t>Option A</a:t>
            </a:r>
            <a:endParaRPr lang="en-US" sz="2000" dirty="0"/>
          </a:p>
        </p:txBody>
      </p:sp>
      <p:sp>
        <p:nvSpPr>
          <p:cNvPr id="4" name="Text 2"/>
          <p:cNvSpPr/>
          <p:nvPr/>
        </p:nvSpPr>
        <p:spPr>
          <a:xfrm>
            <a:off x="457200" y="1828800"/>
            <a:ext cx="3657600" cy="1371600"/>
          </a:xfrm>
          <a:prstGeom prst="rect">
            <a:avLst/>
          </a:prstGeom>
          <a:noFill/>
          <a:ln/>
        </p:spPr>
        <p:txBody>
          <a:bodyPr wrap="square" rtlCol="0" anchor="ctr"/>
          <a:lstStyle/>
          <a:p>
            <a:pPr marL="342900" indent="-342900">
              <a:buSzPct val="100000"/>
              <a:buChar char="•"/>
            </a:pPr>
            <a:r>
              <a:rPr lang="en-US" sz="1400" dirty="0">
                <a:solidFill>
                  <a:srgbClr val="000000"/>
                </a:solidFill>
              </a:rPr>
              <a:t>• Advantage 1</a:t>
            </a:r>
            <a:endParaRPr lang="en-US" sz="1400" dirty="0"/>
          </a:p>
          <a:p>
            <a:pPr marL="342900" indent="-342900">
              <a:buSzPct val="100000"/>
              <a:buChar char="•"/>
            </a:pPr>
            <a:r>
              <a:rPr lang="en-US" sz="1400" dirty="0">
                <a:solidFill>
                  <a:srgbClr val="000000"/>
                </a:solidFill>
              </a:rPr>
              <a:t>• Advantage 2</a:t>
            </a:r>
            <a:endParaRPr lang="en-US" sz="1400" dirty="0"/>
          </a:p>
        </p:txBody>
      </p:sp>
      <p:sp>
        <p:nvSpPr>
          <p:cNvPr id="5" name="Text 3"/>
          <p:cNvSpPr/>
          <p:nvPr/>
        </p:nvSpPr>
        <p:spPr>
          <a:xfrm>
            <a:off x="5029200" y="1371600"/>
            <a:ext cx="3657600" cy="365760"/>
          </a:xfrm>
          <a:prstGeom prst="rect">
            <a:avLst/>
          </a:prstGeom>
          <a:noFill/>
          <a:ln/>
        </p:spPr>
        <p:txBody>
          <a:bodyPr wrap="square" rtlCol="0" anchor="ctr"/>
          <a:lstStyle/>
          <a:p>
            <a:pPr indent="0" marL="0">
              <a:buNone/>
            </a:pPr>
            <a:r>
              <a:rPr lang="en-US" sz="2000" b="1" dirty="0">
                <a:solidFill>
                  <a:srgbClr val="0066CC"/>
                </a:solidFill>
              </a:rPr>
              <a:t>Option B</a:t>
            </a:r>
            <a:endParaRPr lang="en-US" sz="2000" dirty="0"/>
          </a:p>
        </p:txBody>
      </p:sp>
      <p:sp>
        <p:nvSpPr>
          <p:cNvPr id="6" name="Text 4"/>
          <p:cNvSpPr/>
          <p:nvPr/>
        </p:nvSpPr>
        <p:spPr>
          <a:xfrm>
            <a:off x="5029200" y="1828800"/>
            <a:ext cx="3657600" cy="1371600"/>
          </a:xfrm>
          <a:prstGeom prst="rect">
            <a:avLst/>
          </a:prstGeom>
          <a:noFill/>
          <a:ln/>
        </p:spPr>
        <p:txBody>
          <a:bodyPr wrap="square" rtlCol="0" anchor="ctr"/>
          <a:lstStyle/>
          <a:p>
            <a:pPr marL="342900" indent="-342900">
              <a:buSzPct val="100000"/>
              <a:buChar char="•"/>
            </a:pPr>
            <a:r>
              <a:rPr lang="en-US" sz="1400" dirty="0">
                <a:solidFill>
                  <a:srgbClr val="000000"/>
                </a:solidFill>
              </a:rPr>
              <a:t>• Advantage 1</a:t>
            </a:r>
            <a:endParaRPr lang="en-US" sz="1400" dirty="0"/>
          </a:p>
          <a:p>
            <a:pPr marL="342900" indent="-342900">
              <a:buSzPct val="100000"/>
              <a:buChar char="•"/>
            </a:pPr>
            <a:r>
              <a:rPr lang="en-US" sz="1400" dirty="0">
                <a:solidFill>
                  <a:srgbClr val="000000"/>
                </a:solidFill>
              </a:rPr>
              <a:t>• Advantage 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2800" b="1" dirty="0">
                <a:solidFill>
                  <a:srgbClr val="000000"/>
                </a:solidFill>
              </a:rPr>
              <a:t>Data Visualization</a:t>
            </a:r>
            <a:endParaRPr lang="en-US" sz="2800" dirty="0"/>
          </a:p>
        </p:txBody>
      </p:sp>
      <p:graphicFrame>
        <p:nvGraphicFramePr>
          <p:cNvPr id="3" name="Chart 0" descr=""/>
          <p:cNvGraphicFramePr/>
          <p:nvPr/>
        </p:nvGraphicFramePr>
        <p:xfrm>
          <a:off x="914400" y="1371600"/>
          <a:ext cx="731520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828800"/>
            <a:ext cx="8229600" cy="914400"/>
          </a:xfrm>
          <a:prstGeom prst="rect">
            <a:avLst/>
          </a:prstGeom>
          <a:noFill/>
          <a:ln/>
        </p:spPr>
        <p:txBody>
          <a:bodyPr wrap="square" rtlCol="0" anchor="ctr"/>
          <a:lstStyle/>
          <a:p>
            <a:pPr algn="ctr" indent="0" marL="0">
              <a:buNone/>
            </a:pPr>
            <a:r>
              <a:rPr lang="en-US" sz="3600" b="1" dirty="0">
                <a:solidFill>
                  <a:srgbClr val="0066CC"/>
                </a:solidFill>
              </a:rPr>
              <a:t>Fully Custom Layout</a:t>
            </a:r>
            <a:endParaRPr lang="en-US" sz="36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800" dirty="0">
                <a:solidFill>
                  <a:srgbClr val="666666"/>
                </a:solidFill>
              </a:rPr>
              <a:t>Use this layout for complete creative freedom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1828800"/>
            <a:ext cx="7315200" cy="457200"/>
          </a:xfrm>
          <a:prstGeom prst="rect">
            <a:avLst/>
          </a:prstGeom>
          <a:noFill/>
          <a:ln/>
        </p:spPr>
        <p:txBody>
          <a:bodyPr wrap="square" rtlCol="0" anchor="ctr"/>
          <a:lstStyle/>
          <a:p>
            <a:pPr indent="0" marL="0">
              <a:buNone/>
            </a:pPr>
            <a:r>
              <a:rPr lang="en-US" sz="2400" dirty="0">
                <a:solidFill>
                  <a:srgbClr val="666666"/>
                </a:solidFill>
              </a:rPr>
              <a:t>Prepared by:</a:t>
            </a:r>
            <a:endParaRPr lang="en-US" sz="2400" dirty="0"/>
          </a:p>
        </p:txBody>
      </p:sp>
      <p:sp>
        <p:nvSpPr>
          <p:cNvPr id="3" name="Text 1"/>
          <p:cNvSpPr/>
          <p:nvPr/>
        </p:nvSpPr>
        <p:spPr>
          <a:xfrm>
            <a:off x="914400" y="2468880"/>
            <a:ext cx="7315200" cy="1371600"/>
          </a:xfrm>
          <a:prstGeom prst="rect">
            <a:avLst/>
          </a:prstGeom>
          <a:noFill/>
          <a:ln/>
        </p:spPr>
        <p:txBody>
          <a:bodyPr wrap="square" rtlCol="0" anchor="ctr"/>
          <a:lstStyle/>
          <a:p>
            <a:pPr indent="0" marL="0">
              <a:buNone/>
            </a:pPr>
            <a:r>
              <a:rPr lang="en-US" sz="2000" dirty="0">
                <a:solidFill>
                  <a:srgbClr val="000000"/>
                </a:solidFill>
              </a:rPr>
              <a:t>Your Name</a:t>
            </a:r>
            <a:endParaRPr lang="en-US" sz="2000" dirty="0"/>
          </a:p>
          <a:p>
            <a:pPr indent="0" marL="0">
              <a:buNone/>
            </a:pPr>
            <a:r>
              <a:rPr lang="en-US" sz="2000" dirty="0">
                <a:solidFill>
                  <a:srgbClr val="000000"/>
                </a:solidFill>
              </a:rPr>
              <a:t>Title</a:t>
            </a:r>
            <a:endParaRPr lang="en-US" sz="2000" dirty="0"/>
          </a:p>
          <a:p>
            <a:pPr indent="0" marL="0">
              <a:buNone/>
            </a:pPr>
            <a:r>
              <a:rPr lang="en-US" sz="2000" dirty="0">
                <a:solidFill>
                  <a:srgbClr val="000000"/>
                </a:solidFill>
              </a:rPr>
              <a:t>Email@company.com</a:t>
            </a:r>
            <a:endParaRPr lang="en-US" sz="20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