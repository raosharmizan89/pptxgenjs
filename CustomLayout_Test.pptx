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template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6" r:id="rId5"/>
    <p:sldId id="477" r:id="rId6"/>
    <p:sldId id="478" r:id="rId7"/>
    <p:sldId id="468" r:id="rId8"/>
    <p:sldId id="530" r:id="rId9"/>
    <p:sldId id="531" r:id="rId10"/>
    <p:sldId id="532" r:id="rId11"/>
    <p:sldId id="284" r:id="rId12"/>
    <p:sldId id="326" r:id="rId13"/>
    <p:sldId id="466" r:id="rId14"/>
    <p:sldId id="533" r:id="rId15"/>
    <p:sldId id="505" r:id="rId16"/>
    <p:sldId id="506" r:id="rId17"/>
    <p:sldId id="507" r:id="rId18"/>
    <p:sldId id="527" r:id="rId19"/>
    <p:sldId id="528" r:id="rId20"/>
    <p:sldId id="529" r:id="rId21"/>
    <p:sldId id="534" r:id="rId22"/>
    <p:sldId id="481" r:id="rId23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C4731B1-26E5-43D4-8CB9-A8BE58ED976F}">
          <p14:sldIdLst>
            <p14:sldId id="256"/>
            <p14:sldId id="477"/>
            <p14:sldId id="478"/>
            <p14:sldId id="468"/>
            <p14:sldId id="530"/>
            <p14:sldId id="531"/>
            <p14:sldId id="532"/>
            <p14:sldId id="284"/>
            <p14:sldId id="326"/>
            <p14:sldId id="466"/>
            <p14:sldId id="533"/>
            <p14:sldId id="505"/>
            <p14:sldId id="506"/>
            <p14:sldId id="507"/>
            <p14:sldId id="527"/>
            <p14:sldId id="528"/>
            <p14:sldId id="529"/>
            <p14:sldId id="534"/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553B1B-F09C-4BCE-B1ED-5F7876CB717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5C0A2CC-8C09-4333-9F19-4CE0A59F3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40" y="347472"/>
            <a:ext cx="11060912" cy="826477"/>
          </a:xfrm>
        </p:spPr>
        <p:txBody>
          <a:bodyPr/>
          <a:lstStyle/>
          <a:p>
            <a:r>
              <a:rPr lang="en-US" dirty="0"/>
              <a:t>[Headline]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E0BB-9159-43DF-B78A-D878AD54B30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67037" y="1257300"/>
            <a:ext cx="11064240" cy="4343400"/>
          </a:xfrm>
        </p:spPr>
        <p:txBody>
          <a:bodyPr/>
          <a:lstStyle/>
          <a:p>
            <a:pPr lvl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[Click to add content]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47493D5F-84BF-4940-A104-ECCA1C189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 dirty="0"/>
              <a:t>[Source / Legal disclaimer / Footnote]</a:t>
            </a:r>
          </a:p>
        </p:txBody>
      </p:sp>
    </p:spTree>
    <p:extLst>
      <p:ext uri="{BB962C8B-B14F-4D97-AF65-F5344CB8AC3E}">
        <p14:creationId xmlns:p14="http://schemas.microsoft.com/office/powerpoint/2010/main" val="28419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  <p15:guide id="2" orient="horz" pos="352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160B2F-9375-4DE3-A5A0-161BE0A64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0"/>
            <a:ext cx="5535279" cy="3176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20251" y="6563709"/>
            <a:ext cx="311576" cy="2148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92E3486A-297A-4953-BF79-0AEFDE6C9C3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67039" y="323644"/>
            <a:ext cx="11062709" cy="845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08B5A9E-5A85-46D7-B45C-7C4E83238E0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67039" y="1289097"/>
            <a:ext cx="11064240" cy="4261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84AB22-BA66-47B9-8BEB-416F2BFF47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5272088" y="6575649"/>
            <a:ext cx="6129126" cy="20005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en-US" sz="700" dirty="0">
                <a:latin typeface="+mn-lt"/>
              </a:rPr>
              <a:t>© 2025 S&amp;P Global.</a:t>
            </a:r>
          </a:p>
        </p:txBody>
      </p:sp>
    </p:spTree>
    <p:extLst>
      <p:ext uri="{BB962C8B-B14F-4D97-AF65-F5344CB8AC3E}">
        <p14:creationId xmlns:p14="http://schemas.microsoft.com/office/powerpoint/2010/main" val="3674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67" r:id="rId3"/>
    <p:sldLayoutId id="2147483664" r:id="rId4"/>
    <p:sldLayoutId id="2147483704" r:id="rId5"/>
    <p:sldLayoutId id="2147483768" r:id="rId6"/>
    <p:sldLayoutId id="2147483769" r:id="rId7"/>
    <p:sldLayoutId id="2147483668" r:id="rId8"/>
    <p:sldLayoutId id="2147483759" r:id="rId9"/>
    <p:sldLayoutId id="2147483667" r:id="rId10"/>
    <p:sldLayoutId id="2147483742" r:id="rId11"/>
    <p:sldLayoutId id="2147483727" r:id="rId12"/>
    <p:sldLayoutId id="2147483771" r:id="rId13"/>
    <p:sldLayoutId id="2147483772" r:id="rId14"/>
    <p:sldLayoutId id="2147483711" r:id="rId15"/>
    <p:sldLayoutId id="2147483698" r:id="rId16"/>
    <p:sldLayoutId id="2147483700" r:id="rId17"/>
    <p:sldLayoutId id="2147483702" r:id="rId18"/>
    <p:sldLayoutId id="2147483774" r:id="rId19"/>
    <p:sldLayoutId id="2147483826" r:id="rId20"/>
    <p:sldLayoutId id="2147483773" r:id="rId21"/>
    <p:sldLayoutId id="2147483707" r:id="rId22"/>
    <p:sldLayoutId id="2147483741" r:id="rId23"/>
    <p:sldLayoutId id="2147483814" r:id="rId24"/>
    <p:sldLayoutId id="2147483815" r:id="rId25"/>
    <p:sldLayoutId id="2147483816" r:id="rId26"/>
    <p:sldLayoutId id="2147483680" r:id="rId27"/>
    <p:sldLayoutId id="2147483735" r:id="rId28"/>
    <p:sldLayoutId id="2147483678" r:id="rId29"/>
    <p:sldLayoutId id="2147483734" r:id="rId30"/>
    <p:sldLayoutId id="2147483675" r:id="rId31"/>
    <p:sldLayoutId id="2147483663" r:id="rId32"/>
    <p:sldLayoutId id="2147483762" r:id="rId33"/>
    <p:sldLayoutId id="2147483817" r:id="rId34"/>
    <p:sldLayoutId id="2147483818" r:id="rId35"/>
    <p:sldLayoutId id="2147483805" r:id="rId36"/>
    <p:sldLayoutId id="2147483806" r:id="rId37"/>
    <p:sldLayoutId id="2147483809" r:id="rId38"/>
    <p:sldLayoutId id="2147483807" r:id="rId39"/>
    <p:sldLayoutId id="2147483810" r:id="rId40"/>
    <p:sldLayoutId id="2147483813" r:id="rId41"/>
    <p:sldLayoutId id="2147483688" r:id="rId42"/>
    <p:sldLayoutId id="2147483778" r:id="rId43"/>
    <p:sldLayoutId id="2147483822" r:id="rId44"/>
    <p:sldLayoutId id="2147483779" r:id="rId45"/>
    <p:sldLayoutId id="2147483825" r:id="rId46"/>
    <p:sldLayoutId id="2147483821" r:id="rId47"/>
    <p:sldLayoutId id="2147483820" r:id="rId48"/>
    <p:sldLayoutId id="2147483781" r:id="rId49"/>
    <p:sldLayoutId id="2147483782" r:id="rId50"/>
    <p:sldLayoutId id="2147483783" r:id="rId51"/>
    <p:sldLayoutId id="2147483786" r:id="rId52"/>
    <p:sldLayoutId id="2147483784" r:id="rId53"/>
    <p:sldLayoutId id="2147483819" r:id="rId54"/>
    <p:sldLayoutId id="2147483824" r:id="rId55"/>
    <p:sldLayoutId id="2147483827" r:id="rId56"/>
    <p:sldLayoutId id="2147483674" r:id="rId5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002A"/>
                </a:solidFill>
              </a:rPr>
              <a:t>EDP Custom Layout Test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</a:rPr>
              <a:t>Slide 1: Testing Custom Layout from cust-xml-slide-layout1.ts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002A"/>
                </a:solidFill>
              </a:rPr>
              <a:t>Content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This presentation uses the custom OOXML structure: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Custom slide master from CUSTOM_PPT_SLIDE_MASTER_XML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Custom slide layout from CUSTOM_PPT_SLIDE_LAYOUT1_XML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No default Microsoft blank layout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S&amp;P Global branding in master (2025)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002A"/>
                </a:solidFill>
              </a:rPr>
              <a:t>Verification Checklist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7527"/>
                </a:solidFill>
              </a:rPr>
              <a:t>✓ Custom slideLayout1.xml embedded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7527"/>
                </a:solidFill>
              </a:rPr>
              <a:t>✓ Custom slideMaster1.xml with 2025 S&amp;P Global branding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7527"/>
                </a:solidFill>
              </a:rPr>
              <a:t>✓ Custom presentation.xml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7527"/>
                </a:solidFill>
              </a:rPr>
              <a:t>✓ No default blank Microsoft layouts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5 16-9">
  <a:themeElements>
    <a:clrScheme name="Custom 11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Presentation1" id="{9CA853B5-ECAA-4B0A-AD5E-06420D644B4D}" vid="{87CB819A-DEFF-4208-9237-7051C6C00DB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1807</Words>
  <Application>Microsoft Office PowerPoint</Application>
  <PresentationFormat>Widescreen</PresentationFormat>
  <Paragraphs>378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</vt:lpstr>
      <vt:lpstr>Google Sans</vt:lpstr>
      <vt:lpstr>S-P Global EDP 2025 16-9</vt:lpstr>
      <vt:lpstr>[Title max two lines, shrink to fit – must be at least 32pt]</vt:lpstr>
      <vt:lpstr>[Title max two lines, shrink to fit – must be at least 32pt]</vt:lpstr>
      <vt:lpstr>Event Type | Session Name</vt:lpstr>
      <vt:lpstr>[Presenter/Moderator/Panelist] — select a title</vt:lpstr>
      <vt:lpstr>Rules — please review carefully!</vt:lpstr>
      <vt:lpstr>Accessibility</vt:lpstr>
      <vt:lpstr>Resources</vt:lpstr>
      <vt:lpstr>Table samples</vt:lpstr>
      <vt:lpstr>Table samples</vt:lpstr>
      <vt:lpstr>Design assets</vt:lpstr>
      <vt:lpstr>Iconography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Contact us</vt:lpstr>
      <vt:lpstr>Disclaimer</vt:lpstr>
    </vt:vector>
  </TitlesOfParts>
  <Company>SP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Kellett, Maureen</dc:creator>
  <cp:lastModifiedBy>Kellett, Maureen</cp:lastModifiedBy>
  <cp:revision>1</cp:revision>
  <dcterms:created xsi:type="dcterms:W3CDTF">2025-11-21T21:29:49Z</dcterms:created>
  <dcterms:modified xsi:type="dcterms:W3CDTF">2025-11-21T21:31:24Z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1f0267-8575-4fc2-99cc-f6b7f9934be9_Enabled">
    <vt:lpwstr>true</vt:lpwstr>
  </property>
  <property fmtid="{D5CDD505-2E9C-101B-9397-08002B2CF9AE}" pid="3" name="MSIP_Label_831f0267-8575-4fc2-99cc-f6b7f9934be9_SetDate">
    <vt:lpwstr>2025-11-19T00:16:38Z</vt:lpwstr>
  </property>
  <property fmtid="{D5CDD505-2E9C-101B-9397-08002B2CF9AE}" pid="4" name="MSIP_Label_831f0267-8575-4fc2-99cc-f6b7f9934be9_Method">
    <vt:lpwstr>Standard</vt:lpwstr>
  </property>
  <property fmtid="{D5CDD505-2E9C-101B-9397-08002B2CF9AE}" pid="5" name="MSIP_Label_831f0267-8575-4fc2-99cc-f6b7f9934be9_Name">
    <vt:lpwstr>831f0267-8575-4fc2-99cc-f6b7f9934be9</vt:lpwstr>
  </property>
  <property fmtid="{D5CDD505-2E9C-101B-9397-08002B2CF9AE}" pid="6" name="MSIP_Label_831f0267-8575-4fc2-99cc-f6b7f9934be9_SiteId">
    <vt:lpwstr>8f3e36ea-8039-4b40-81a7-7dc0599e8645</vt:lpwstr>
  </property>
  <property fmtid="{D5CDD505-2E9C-101B-9397-08002B2CF9AE}" pid="7" name="MSIP_Label_831f0267-8575-4fc2-99cc-f6b7f9934be9_ActionId">
    <vt:lpwstr>8419858e-47ef-4415-98ff-73e00ab96e0c</vt:lpwstr>
  </property>
  <property fmtid="{D5CDD505-2E9C-101B-9397-08002B2CF9AE}" pid="8" name="MSIP_Label_831f0267-8575-4fc2-99cc-f6b7f9934be9_ContentBits">
    <vt:lpwstr>0</vt:lpwstr>
  </property>
  <property fmtid="{D5CDD505-2E9C-101B-9397-08002B2CF9AE}" pid="9" name="MSIP_Label_831f0267-8575-4fc2-99cc-f6b7f9934be9_Tag">
    <vt:lpwstr>10, 3, 0, 1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ntentTypeId">
    <vt:lpwstr>0x010100B9EE4FBF6D5A19429BAECE3910427730</vt:lpwstr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Notes">
    <vt:lpwstr/>
  </property>
  <property fmtid="{D5CDD505-2E9C-101B-9397-08002B2CF9AE}" pid="18" name="xd_Signature">
    <vt:bool>false</vt:bool>
  </property>
  <property fmtid="{D5CDD505-2E9C-101B-9397-08002B2CF9AE}" pid="19" name="GUID">
    <vt:lpwstr>b3e3049c-3f7a-4aa7-87c5-fac8467452c9</vt:lpwstr>
  </property>
</Properties>
</file>