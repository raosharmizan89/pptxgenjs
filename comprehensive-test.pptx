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 Id="rId64" Type="http://schemas.openxmlformats.org/officeDocument/2006/relationships/customXml" Target="../customXml/item1.xml"/><Relationship Id="rId65" Type="http://schemas.openxmlformats.org/officeDocument/2006/relationships/customXml" Target="../customXml/item2.xml"/><Relationship Id="rId66" Type="http://schemas.openxmlformats.org/officeDocument/2006/relationships/customXml" Target="../customXml/item3.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w 2 Line Title and 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468271-2A9D-4952-80BC-4A10FA385C0C}"/>
              </a:ext>
            </a:extLst>
          </p:cNvPr>
          <p:cNvSpPr>
            <a:spLocks noGrp="1"/>
          </p:cNvSpPr>
          <p:nvPr>
            <p:ph type="ftr" sz="quarter" idx="20"/>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7" name="Title 6">
            <a:extLst>
              <a:ext uri="{FF2B5EF4-FFF2-40B4-BE49-F238E27FC236}">
                <a16:creationId xmlns:a16="http://schemas.microsoft.com/office/drawing/2014/main" id="{9F6A52D2-B831-4A7E-B79F-CA60DD5AFA5B}"/>
              </a:ext>
            </a:extLst>
          </p:cNvPr>
          <p:cNvSpPr>
            <a:spLocks noGrp="1"/>
          </p:cNvSpPr>
          <p:nvPr>
            <p:ph type="title" hasCustomPrompt="1"/>
          </p:nvPr>
        </p:nvSpPr>
        <p:spPr>
          <a:xfrm>
            <a:off x="567039" y="342900"/>
            <a:ext cx="11062709" cy="826477"/>
          </a:xfrm>
        </p:spPr>
        <p:txBody>
          <a:bodyPr/>
          <a:lstStyle/>
          <a:p>
            <a:r>
              <a:rPr lang="en-US" dirty="0"/>
              <a:t>[Headline]</a:t>
            </a:r>
          </a:p>
        </p:txBody>
      </p:sp>
      <p:sp>
        <p:nvSpPr>
          <p:cNvPr id="8" name="Sub-headline">
            <a:extLst>
              <a:ext uri="{FF2B5EF4-FFF2-40B4-BE49-F238E27FC236}">
                <a16:creationId xmlns:a16="http://schemas.microsoft.com/office/drawing/2014/main" id="{D212CF22-B0A8-44E6-9016-A098DED0B9DC}"/>
              </a:ext>
            </a:extLst>
          </p:cNvPr>
          <p:cNvSpPr>
            <a:spLocks noGrp="1"/>
          </p:cNvSpPr>
          <p:nvPr>
            <p:ph type="body" sz="quarter" idx="13" hasCustomPrompt="1"/>
          </p:nvPr>
        </p:nvSpPr>
        <p:spPr>
          <a:xfrm>
            <a:off x="567039" y="1262525"/>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1" name="Content Placeholder 2">
            <a:extLst>
              <a:ext uri="{FF2B5EF4-FFF2-40B4-BE49-F238E27FC236}">
                <a16:creationId xmlns:a16="http://schemas.microsoft.com/office/drawing/2014/main" id="{3E5ACEF0-A41E-43CA-95FB-8893A51AFE9C}"/>
              </a:ext>
            </a:extLst>
          </p:cNvPr>
          <p:cNvSpPr>
            <a:spLocks noGrp="1"/>
          </p:cNvSpPr>
          <p:nvPr>
            <p:ph sz="quarter" idx="17" hasCustomPrompt="1"/>
          </p:nvPr>
        </p:nvSpPr>
        <p:spPr>
          <a:xfrm>
            <a:off x="567038" y="1638300"/>
            <a:ext cx="11067749" cy="3962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2AC03367-3865-46D6-B5A4-164C77CEC65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2726644003"/>
      </p:ext>
    </p:extLst>
  </p:cSld>
  <p:clrMapOvr>
    <a:masterClrMapping/>
  </p:clrMapOvr>
  <p:extLst>
    <p:ext uri="{DCECCB84-F9BA-43D5-87BE-67443E8EF086}">
      <p15:sldGuideLst xmlns:p15="http://schemas.microsoft.com/office/powerpoint/2012/main">
        <p15:guide id="1" orient="horz" pos="1032" userDrawn="1">
          <p15:clr>
            <a:srgbClr val="FBAE40"/>
          </p15:clr>
        </p15:guide>
        <p15:guide id="2" orient="horz" pos="352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2D41B5-9D75-401F-A700-D560FB70E174}"/>
              </a:ext>
            </a:extLst>
          </p:cNvPr>
          <p:cNvSpPr>
            <a:spLocks noGrp="1"/>
          </p:cNvSpPr>
          <p:nvPr>
            <p:ph type="ftr" sz="quarter" idx="22"/>
          </p:nvPr>
        </p:nvSpPr>
        <p:spPr/>
        <p:txBody>
          <a:bodyPr/>
          <a:lstStyle/>
          <a:p>
            <a:r>
              <a:rPr lang="en-US" dirty="0"/>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dirty="0"/>
          </a:p>
        </p:txBody>
      </p:sp>
      <p:sp>
        <p:nvSpPr>
          <p:cNvPr id="14" name="Title 6">
            <a:extLst>
              <a:ext uri="{FF2B5EF4-FFF2-40B4-BE49-F238E27FC236}">
                <a16:creationId xmlns:a16="http://schemas.microsoft.com/office/drawing/2014/main" id="{5EA2658C-4D1F-4341-9FB3-AE639A5B7A6D}"/>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6" name="Sub-headline">
            <a:extLst>
              <a:ext uri="{FF2B5EF4-FFF2-40B4-BE49-F238E27FC236}">
                <a16:creationId xmlns:a16="http://schemas.microsoft.com/office/drawing/2014/main" id="{E1A85031-5F0D-460E-8199-AA7813EBCC9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0" name="Content Placeholder 2">
            <a:extLst>
              <a:ext uri="{FF2B5EF4-FFF2-40B4-BE49-F238E27FC236}">
                <a16:creationId xmlns:a16="http://schemas.microsoft.com/office/drawing/2014/main" id="{8C01F00E-9845-424A-8079-B7849E9BF557}"/>
              </a:ext>
            </a:extLst>
          </p:cNvPr>
          <p:cNvSpPr>
            <a:spLocks noGrp="1"/>
          </p:cNvSpPr>
          <p:nvPr>
            <p:ph sz="quarter" idx="19" hasCustomPrompt="1"/>
          </p:nvPr>
        </p:nvSpPr>
        <p:spPr>
          <a:xfrm>
            <a:off x="567038" y="1257300"/>
            <a:ext cx="5029200" cy="4343398"/>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2">
            <a:extLst>
              <a:ext uri="{FF2B5EF4-FFF2-40B4-BE49-F238E27FC236}">
                <a16:creationId xmlns:a16="http://schemas.microsoft.com/office/drawing/2014/main" id="{4E7C4A77-7AC4-4038-B240-8D9582AC63B0}"/>
              </a:ext>
            </a:extLst>
          </p:cNvPr>
          <p:cNvSpPr>
            <a:spLocks noGrp="1"/>
          </p:cNvSpPr>
          <p:nvPr>
            <p:ph sz="quarter" idx="20" hasCustomPrompt="1"/>
          </p:nvPr>
        </p:nvSpPr>
        <p:spPr>
          <a:xfrm>
            <a:off x="6600547" y="1257300"/>
            <a:ext cx="502920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note">
            <a:extLst>
              <a:ext uri="{FF2B5EF4-FFF2-40B4-BE49-F238E27FC236}">
                <a16:creationId xmlns:a16="http://schemas.microsoft.com/office/drawing/2014/main" id="{1265A9EC-4B54-4E71-9950-83F2CC078114}"/>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162773352"/>
      </p:ext>
    </p:extLst>
  </p:cSld>
  <p:clrMapOvr>
    <a:masterClrMapping/>
  </p:clrMapOvr>
  <p:extLst>
    <p:ext uri="{DCECCB84-F9BA-43D5-87BE-67443E8EF086}">
      <p15:sldGuideLst xmlns:p15="http://schemas.microsoft.com/office/powerpoint/2012/main">
        <p15:guide id="3" orient="horz" pos="792" userDrawn="1">
          <p15:clr>
            <a:srgbClr val="FBAE40"/>
          </p15:clr>
        </p15:guide>
        <p15:guide id="4" orient="horz" pos="3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 Subtitles ">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18551D-791B-450D-BD0F-4EEC0603C07D}"/>
              </a:ext>
            </a:extLst>
          </p:cNvPr>
          <p:cNvSpPr>
            <a:spLocks noGrp="1"/>
          </p:cNvSpPr>
          <p:nvPr>
            <p:ph type="ftr" sz="quarter" idx="24"/>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15" name="Title 6">
            <a:extLst>
              <a:ext uri="{FF2B5EF4-FFF2-40B4-BE49-F238E27FC236}">
                <a16:creationId xmlns:a16="http://schemas.microsoft.com/office/drawing/2014/main" id="{58A82081-6A70-4E53-9668-8A704A416147}"/>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EDB95B89-2A33-48DD-AC3B-313AD82CB61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0" name="Subtitle Left">
            <a:extLst>
              <a:ext uri="{FF2B5EF4-FFF2-40B4-BE49-F238E27FC236}">
                <a16:creationId xmlns:a16="http://schemas.microsoft.com/office/drawing/2014/main" id="{8403981E-786C-4EF9-AF33-61C19C423EFE}"/>
              </a:ext>
            </a:extLst>
          </p:cNvPr>
          <p:cNvSpPr>
            <a:spLocks noGrp="1"/>
          </p:cNvSpPr>
          <p:nvPr>
            <p:ph type="body" sz="quarter" idx="16" hasCustomPrompt="1"/>
          </p:nvPr>
        </p:nvSpPr>
        <p:spPr>
          <a:xfrm>
            <a:off x="56703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4" name="Content Placeholder 2">
            <a:extLst>
              <a:ext uri="{FF2B5EF4-FFF2-40B4-BE49-F238E27FC236}">
                <a16:creationId xmlns:a16="http://schemas.microsoft.com/office/drawing/2014/main" id="{FD4842E1-8DB4-4D2D-8B37-7306DA8AA400}"/>
              </a:ext>
            </a:extLst>
          </p:cNvPr>
          <p:cNvSpPr>
            <a:spLocks noGrp="1"/>
          </p:cNvSpPr>
          <p:nvPr>
            <p:ph sz="quarter" idx="22" hasCustomPrompt="1"/>
          </p:nvPr>
        </p:nvSpPr>
        <p:spPr>
          <a:xfrm>
            <a:off x="567038" y="1647590"/>
            <a:ext cx="5029200" cy="3915009"/>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Subtitle Right">
            <a:extLst>
              <a:ext uri="{FF2B5EF4-FFF2-40B4-BE49-F238E27FC236}">
                <a16:creationId xmlns:a16="http://schemas.microsoft.com/office/drawing/2014/main" id="{B61E0577-E2AB-4D15-B857-69F705573C64}"/>
              </a:ext>
            </a:extLst>
          </p:cNvPr>
          <p:cNvSpPr>
            <a:spLocks noGrp="1"/>
          </p:cNvSpPr>
          <p:nvPr>
            <p:ph type="body" sz="quarter" idx="19" hasCustomPrompt="1"/>
          </p:nvPr>
        </p:nvSpPr>
        <p:spPr>
          <a:xfrm>
            <a:off x="660207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8" name="Content Placeholder 2">
            <a:extLst>
              <a:ext uri="{FF2B5EF4-FFF2-40B4-BE49-F238E27FC236}">
                <a16:creationId xmlns:a16="http://schemas.microsoft.com/office/drawing/2014/main" id="{66F8253E-1094-4CA9-B5AB-E7D20AD42CF3}"/>
              </a:ext>
            </a:extLst>
          </p:cNvPr>
          <p:cNvSpPr>
            <a:spLocks noGrp="1"/>
          </p:cNvSpPr>
          <p:nvPr>
            <p:ph sz="quarter" idx="20" hasCustomPrompt="1"/>
          </p:nvPr>
        </p:nvSpPr>
        <p:spPr>
          <a:xfrm>
            <a:off x="6602078" y="1647590"/>
            <a:ext cx="5029200" cy="3915011"/>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note">
            <a:extLst>
              <a:ext uri="{FF2B5EF4-FFF2-40B4-BE49-F238E27FC236}">
                <a16:creationId xmlns:a16="http://schemas.microsoft.com/office/drawing/2014/main" id="{EC8D25E1-630B-4946-B6B3-50E82479777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12143694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7AD1F87-EF68-4B82-B281-A492E4EB948A}"/>
              </a:ext>
            </a:extLst>
          </p:cNvPr>
          <p:cNvSpPr>
            <a:spLocks noGrp="1"/>
          </p:cNvSpPr>
          <p:nvPr>
            <p:ph type="ftr" sz="quarter" idx="3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2EFAA073-8240-4C6D-8D47-1612D459C33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0"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3395078"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3395077"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6231355"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6231354"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906763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9067631"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18" name="Footnote">
            <a:extLst>
              <a:ext uri="{FF2B5EF4-FFF2-40B4-BE49-F238E27FC236}">
                <a16:creationId xmlns:a16="http://schemas.microsoft.com/office/drawing/2014/main" id="{ECA1AF56-EBF3-4BA2-BE51-E2712FF6CFC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2295911752"/>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5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48C1FB7-A846-4204-8CEA-AC3CFF89BDC9}"/>
              </a:ext>
            </a:extLst>
          </p:cNvPr>
          <p:cNvSpPr>
            <a:spLocks noGrp="1"/>
          </p:cNvSpPr>
          <p:nvPr>
            <p:ph type="ftr" sz="quarter" idx="3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9" name="Sub-headline">
            <a:extLst>
              <a:ext uri="{FF2B5EF4-FFF2-40B4-BE49-F238E27FC236}">
                <a16:creationId xmlns:a16="http://schemas.microsoft.com/office/drawing/2014/main" id="{69FB779E-C080-4729-854B-F8289471D6A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038238"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2819483"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281931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5077991"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507799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733649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733850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8" name="Subtitle Right">
            <a:extLst>
              <a:ext uri="{FF2B5EF4-FFF2-40B4-BE49-F238E27FC236}">
                <a16:creationId xmlns:a16="http://schemas.microsoft.com/office/drawing/2014/main" id="{C4963B24-E3E6-4DAA-8C97-B00492206191}"/>
              </a:ext>
            </a:extLst>
          </p:cNvPr>
          <p:cNvSpPr>
            <a:spLocks noGrp="1"/>
          </p:cNvSpPr>
          <p:nvPr>
            <p:ph type="body" sz="quarter" idx="23" hasCustomPrompt="1"/>
          </p:nvPr>
        </p:nvSpPr>
        <p:spPr>
          <a:xfrm>
            <a:off x="959500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0" name="Text Placeholder 7">
            <a:extLst>
              <a:ext uri="{FF2B5EF4-FFF2-40B4-BE49-F238E27FC236}">
                <a16:creationId xmlns:a16="http://schemas.microsoft.com/office/drawing/2014/main" id="{ED2680F6-9FB0-4C12-942B-F6C0798EDF72}"/>
              </a:ext>
            </a:extLst>
          </p:cNvPr>
          <p:cNvSpPr>
            <a:spLocks noGrp="1"/>
          </p:cNvSpPr>
          <p:nvPr>
            <p:ph type="body" sz="quarter" idx="28" hasCustomPrompt="1"/>
          </p:nvPr>
        </p:nvSpPr>
        <p:spPr>
          <a:xfrm>
            <a:off x="9591718"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dirty="0"/>
              <a:t>[Click to add text]</a:t>
            </a:r>
          </a:p>
        </p:txBody>
      </p:sp>
      <p:sp>
        <p:nvSpPr>
          <p:cNvPr id="21" name="Footnote">
            <a:extLst>
              <a:ext uri="{FF2B5EF4-FFF2-40B4-BE49-F238E27FC236}">
                <a16:creationId xmlns:a16="http://schemas.microsoft.com/office/drawing/2014/main" id="{3C5A0243-A327-433A-9F14-332E3492906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15939221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Sidebar">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1B39D5CE-25C4-4159-ADD6-CA00C1A2DD0E}"/>
              </a:ext>
            </a:extLst>
          </p:cNvPr>
          <p:cNvSpPr>
            <a:spLocks noGrp="1"/>
          </p:cNvSpPr>
          <p:nvPr>
            <p:ph type="ftr" sz="quarter" idx="23"/>
          </p:nvPr>
        </p:nvSpPr>
        <p:spPr/>
        <p:txBody>
          <a:bodyPr/>
          <a:lstStyle/>
          <a:p>
            <a:r>
              <a:rPr lang="en-US" dirty="0"/>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dirty="0"/>
          </a:p>
        </p:txBody>
      </p:sp>
      <p:sp>
        <p:nvSpPr>
          <p:cNvPr id="13" name="Title 6">
            <a:extLst>
              <a:ext uri="{FF2B5EF4-FFF2-40B4-BE49-F238E27FC236}">
                <a16:creationId xmlns:a16="http://schemas.microsoft.com/office/drawing/2014/main" id="{42742681-C1B5-4850-A0DD-35CAA74ED1B9}"/>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ECA76DEA-E03A-418D-B5EF-41D0803AF4A9}"/>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9" name="Content Placeholder 2">
            <a:extLst>
              <a:ext uri="{FF2B5EF4-FFF2-40B4-BE49-F238E27FC236}">
                <a16:creationId xmlns:a16="http://schemas.microsoft.com/office/drawing/2014/main" id="{451C7B44-767D-4CAD-B04D-4A671173B7DD}"/>
              </a:ext>
            </a:extLst>
          </p:cNvPr>
          <p:cNvSpPr>
            <a:spLocks noGrp="1"/>
          </p:cNvSpPr>
          <p:nvPr>
            <p:ph sz="quarter" idx="22" hasCustomPrompt="1"/>
          </p:nvPr>
        </p:nvSpPr>
        <p:spPr>
          <a:xfrm>
            <a:off x="567038" y="1261872"/>
            <a:ext cx="7315200" cy="4338828"/>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hasCustomPrompt="1"/>
          </p:nvPr>
        </p:nvSpPr>
        <p:spPr>
          <a:xfrm>
            <a:off x="8391525" y="1261872"/>
            <a:ext cx="3238224" cy="4338828"/>
          </a:xfrm>
          <a:prstGeom prst="rect">
            <a:avLst/>
          </a:prstGeom>
        </p:spPr>
        <p:txBody>
          <a:bodyPr anchor="t">
            <a:normAutofit/>
          </a:bodyPr>
          <a:lstStyle>
            <a:lvl1pPr marL="0" indent="0">
              <a:buNone/>
              <a:defRPr sz="1600">
                <a:latin typeface="+mn-lt"/>
                <a:cs typeface="+mj-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[Sidebar: </a:t>
            </a:r>
            <a:r>
              <a:rPr lang="en-US" sz="1600" b="0" i="0" dirty="0">
                <a:solidFill>
                  <a:schemeClr val="tx1"/>
                </a:solidFill>
                <a:effectLst/>
                <a:latin typeface="arial" panose="020B0604020202020204" pitchFamily="34" charset="0"/>
              </a:rPr>
              <a:t>A short article placed alongside a main article and containing additional or explanatory material</a:t>
            </a:r>
            <a:r>
              <a:rPr lang="en-US" dirty="0"/>
              <a:t>]</a:t>
            </a:r>
          </a:p>
        </p:txBody>
      </p:sp>
      <p:sp>
        <p:nvSpPr>
          <p:cNvPr id="11" name="Footnote">
            <a:extLst>
              <a:ext uri="{FF2B5EF4-FFF2-40B4-BE49-F238E27FC236}">
                <a16:creationId xmlns:a16="http://schemas.microsoft.com/office/drawing/2014/main" id="{0CEB134A-D831-4DCA-9EA7-071F0246722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4124047983"/>
      </p:ext>
    </p:extLst>
  </p:cSld>
  <p:clrMapOvr>
    <a:masterClrMapping/>
  </p:clrMapOvr>
  <p:extLst>
    <p:ext uri="{DCECCB84-F9BA-43D5-87BE-67443E8EF086}">
      <p15:sldGuideLst xmlns:p15="http://schemas.microsoft.com/office/powerpoint/2012/main">
        <p15:guide id="4" orient="horz" pos="792" userDrawn="1">
          <p15:clr>
            <a:srgbClr val="FBAE40"/>
          </p15:clr>
        </p15:guide>
        <p15:guide id="5" orient="horz" pos="3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CFD3640-0B0A-4CDD-9EEF-F7EBC909605E}"/>
              </a:ext>
            </a:extLst>
          </p:cNvPr>
          <p:cNvSpPr>
            <a:spLocks noGrp="1"/>
          </p:cNvSpPr>
          <p:nvPr>
            <p:ph type="ftr" sz="quarter" idx="20"/>
          </p:nvPr>
        </p:nvSpPr>
        <p:spPr/>
        <p:txBody>
          <a:bodyPr/>
          <a:lstStyle/>
          <a:p>
            <a:r>
              <a:rPr lang="en-US" dirty="0"/>
              <a:t>Section name (optional) / Title / Month 20YY</a:t>
            </a:r>
          </a:p>
        </p:txBody>
      </p:sp>
      <p:sp>
        <p:nvSpPr>
          <p:cNvPr id="5" name="Slide Number Placeholder 4"/>
          <p:cNvSpPr>
            <a:spLocks noGrp="1"/>
          </p:cNvSpPr>
          <p:nvPr>
            <p:ph type="sldNum" sz="quarter" idx="12"/>
          </p:nvPr>
        </p:nvSpPr>
        <p:spPr/>
        <p:txBody>
          <a:bodyPr/>
          <a:lstStyle/>
          <a:p>
            <a:fld id="{5246FB18-5DF1-419A-B975-14AFDDD65B9F}" type="slidenum">
              <a:rPr lang="en-US" smtClean="0"/>
              <a:t>‹#›</a:t>
            </a:fld>
            <a:endParaRPr lang="en-US" dirty="0"/>
          </a:p>
        </p:txBody>
      </p:sp>
      <p:sp>
        <p:nvSpPr>
          <p:cNvPr id="7" name="Title 6">
            <a:extLst>
              <a:ext uri="{FF2B5EF4-FFF2-40B4-BE49-F238E27FC236}">
                <a16:creationId xmlns:a16="http://schemas.microsoft.com/office/drawing/2014/main" id="{80A99D0A-2C2D-4F5C-9C1C-40CBA421CC3A}"/>
              </a:ext>
            </a:extLst>
          </p:cNvPr>
          <p:cNvSpPr>
            <a:spLocks noGrp="1"/>
          </p:cNvSpPr>
          <p:nvPr>
            <p:ph type="title" hasCustomPrompt="1"/>
          </p:nvPr>
        </p:nvSpPr>
        <p:spPr>
          <a:xfrm>
            <a:off x="557213" y="342900"/>
            <a:ext cx="11072535" cy="460551"/>
          </a:xfrm>
        </p:spPr>
        <p:txBody>
          <a:bodyPr/>
          <a:lstStyle/>
          <a:p>
            <a:r>
              <a:rPr lang="en-US" dirty="0"/>
              <a:t>[Headline]</a:t>
            </a:r>
          </a:p>
        </p:txBody>
      </p:sp>
      <p:sp>
        <p:nvSpPr>
          <p:cNvPr id="11" name="Sub-headline">
            <a:extLst>
              <a:ext uri="{FF2B5EF4-FFF2-40B4-BE49-F238E27FC236}">
                <a16:creationId xmlns:a16="http://schemas.microsoft.com/office/drawing/2014/main" id="{672251B6-50E4-45A2-8538-B97AD5A6412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10" name="Footnote">
            <a:extLst>
              <a:ext uri="{FF2B5EF4-FFF2-40B4-BE49-F238E27FC236}">
                <a16:creationId xmlns:a16="http://schemas.microsoft.com/office/drawing/2014/main" id="{73058647-5721-485D-B7D3-C4E40BA2987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28105421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565545F-A45B-415E-A056-8F885CBEF48A}"/>
              </a:ext>
            </a:extLst>
          </p:cNvPr>
          <p:cNvSpPr>
            <a:spLocks noGrp="1"/>
          </p:cNvSpPr>
          <p:nvPr>
            <p:ph type="ftr" sz="quarter" idx="20"/>
          </p:nvPr>
        </p:nvSpPr>
        <p:spPr/>
        <p:txBody>
          <a:bodyPr/>
          <a:lstStyle/>
          <a:p>
            <a:r>
              <a:rPr lang="en-US" dirty="0"/>
              <a:t>Section name (optional) / Title / Month 20YY</a:t>
            </a:r>
          </a:p>
        </p:txBody>
      </p:sp>
      <p:sp>
        <p:nvSpPr>
          <p:cNvPr id="4" name="Slide Number Placeholder 3"/>
          <p:cNvSpPr>
            <a:spLocks noGrp="1"/>
          </p:cNvSpPr>
          <p:nvPr>
            <p:ph type="sldNum" sz="quarter" idx="12"/>
          </p:nvPr>
        </p:nvSpPr>
        <p:spPr/>
        <p:txBody>
          <a:bodyPr/>
          <a:lstStyle/>
          <a:p>
            <a:fld id="{5CFA18E4-D58E-4B28-B105-28D9665A8EBC}" type="slidenum">
              <a:rPr lang="en-US" smtClean="0"/>
              <a:t>‹#›</a:t>
            </a:fld>
            <a:endParaRPr lang="en-US" dirty="0"/>
          </a:p>
        </p:txBody>
      </p:sp>
    </p:spTree>
    <p:extLst>
      <p:ext uri="{BB962C8B-B14F-4D97-AF65-F5344CB8AC3E}">
        <p14:creationId xmlns:p14="http://schemas.microsoft.com/office/powerpoint/2010/main" val="3559099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Image/Ic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33AD3F0-575D-4B1E-8B9F-7FAAA4AFFB13}"/>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Footer Placeholder 1">
            <a:extLst>
              <a:ext uri="{FF2B5EF4-FFF2-40B4-BE49-F238E27FC236}">
                <a16:creationId xmlns:a16="http://schemas.microsoft.com/office/drawing/2014/main" id="{F9E02ADF-333C-4936-930B-5ADB127FBBBF}"/>
              </a:ext>
            </a:extLst>
          </p:cNvPr>
          <p:cNvSpPr>
            <a:spLocks noGrp="1"/>
          </p:cNvSpPr>
          <p:nvPr>
            <p:ph type="ftr" sz="quarter" idx="24"/>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dirty="0"/>
          </a:p>
        </p:txBody>
      </p:sp>
      <p:sp>
        <p:nvSpPr>
          <p:cNvPr id="18" name="Title 6">
            <a:extLst>
              <a:ext uri="{FF2B5EF4-FFF2-40B4-BE49-F238E27FC236}">
                <a16:creationId xmlns:a16="http://schemas.microsoft.com/office/drawing/2014/main" id="{ACC3B94F-8B4A-4229-A4CB-D9FFAF4DB876}"/>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dirty="0"/>
              <a:t>[Headline]</a:t>
            </a:r>
          </a:p>
        </p:txBody>
      </p:sp>
      <p:sp>
        <p:nvSpPr>
          <p:cNvPr id="17" name="Sub-headline">
            <a:extLst>
              <a:ext uri="{FF2B5EF4-FFF2-40B4-BE49-F238E27FC236}">
                <a16:creationId xmlns:a16="http://schemas.microsoft.com/office/drawing/2014/main" id="{008DE19F-5F33-4A28-BF51-238AF8073CC0}"/>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12" name="Content Placeholder 2">
            <a:extLst>
              <a:ext uri="{FF2B5EF4-FFF2-40B4-BE49-F238E27FC236}">
                <a16:creationId xmlns:a16="http://schemas.microsoft.com/office/drawing/2014/main" id="{CA01EFD8-ABD4-4ED2-8406-0FD82407E703}"/>
              </a:ext>
            </a:extLst>
          </p:cNvPr>
          <p:cNvSpPr>
            <a:spLocks noGrp="1"/>
          </p:cNvSpPr>
          <p:nvPr>
            <p:ph sz="quarter" idx="23" hasCustomPrompt="1"/>
          </p:nvPr>
        </p:nvSpPr>
        <p:spPr>
          <a:xfrm>
            <a:off x="567038" y="1261872"/>
            <a:ext cx="5029200" cy="4343400"/>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ootnote">
            <a:extLst>
              <a:ext uri="{FF2B5EF4-FFF2-40B4-BE49-F238E27FC236}">
                <a16:creationId xmlns:a16="http://schemas.microsoft.com/office/drawing/2014/main" id="{EB7E34AC-0B79-4BA4-B779-779BE3515BE6}"/>
              </a:ext>
            </a:extLst>
          </p:cNvPr>
          <p:cNvSpPr>
            <a:spLocks noGrp="1"/>
          </p:cNvSpPr>
          <p:nvPr>
            <p:ph type="body" sz="quarter" idx="15" hasCustomPrompt="1"/>
          </p:nvPr>
        </p:nvSpPr>
        <p:spPr>
          <a:xfrm>
            <a:off x="567039" y="5696189"/>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16" name="Rectangle 15">
            <a:extLst>
              <a:ext uri="{FF2B5EF4-FFF2-40B4-BE49-F238E27FC236}">
                <a16:creationId xmlns:a16="http://schemas.microsoft.com/office/drawing/2014/main" id="{32384162-1D1B-432E-8861-113BBFC1F407}"/>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
        <p:nvSpPr>
          <p:cNvPr id="7" name="Picture Placeholder 6">
            <a:extLst>
              <a:ext uri="{FF2B5EF4-FFF2-40B4-BE49-F238E27FC236}">
                <a16:creationId xmlns:a16="http://schemas.microsoft.com/office/drawing/2014/main" id="{4F90018B-6ACC-43FE-9482-22D4B889F599}"/>
              </a:ext>
            </a:extLst>
          </p:cNvPr>
          <p:cNvSpPr>
            <a:spLocks noGrp="1"/>
          </p:cNvSpPr>
          <p:nvPr>
            <p:ph type="pic" sz="quarter" idx="17" hasCustomPrompt="1"/>
          </p:nvPr>
        </p:nvSpPr>
        <p:spPr>
          <a:xfrm>
            <a:off x="6607175" y="647700"/>
            <a:ext cx="5027613" cy="5557838"/>
          </a:xfrm>
          <a:prstGeom prst="rect">
            <a:avLst/>
          </a:prstGeom>
        </p:spPr>
        <p:txBody>
          <a:bodyPr anchor="ctr"/>
          <a:lstStyle>
            <a:lvl1pPr marL="0" indent="0" algn="ctr">
              <a:buNone/>
              <a:defRPr>
                <a:solidFill>
                  <a:schemeClr val="bg1"/>
                </a:solidFill>
              </a:defRPr>
            </a:lvl1pPr>
          </a:lstStyle>
          <a:p>
            <a:r>
              <a:rPr lang="en-US" dirty="0"/>
              <a:t>[Insert photo]</a:t>
            </a:r>
          </a:p>
        </p:txBody>
      </p:sp>
    </p:spTree>
    <p:extLst>
      <p:ext uri="{BB962C8B-B14F-4D97-AF65-F5344CB8AC3E}">
        <p14:creationId xmlns:p14="http://schemas.microsoft.com/office/powerpoint/2010/main" val="414035045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 Photo Whit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p:spPr>
        <p:txBody>
          <a:bodyPr anchor="ctr"/>
          <a:lstStyle>
            <a:lvl1pPr marL="0" indent="0" algn="ctr">
              <a:buNone/>
              <a:defRPr>
                <a:solidFill>
                  <a:schemeClr val="bg1"/>
                </a:solidFill>
              </a:defRPr>
            </a:lvl1pPr>
          </a:lstStyle>
          <a:p>
            <a:r>
              <a:rPr lang="en-US" dirty="0"/>
              <a:t>[Insert photo]</a:t>
            </a:r>
          </a:p>
        </p:txBody>
      </p:sp>
      <p:sp>
        <p:nvSpPr>
          <p:cNvPr id="2" name="Footer Placeholder 1">
            <a:extLst>
              <a:ext uri="{FF2B5EF4-FFF2-40B4-BE49-F238E27FC236}">
                <a16:creationId xmlns:a16="http://schemas.microsoft.com/office/drawing/2014/main" id="{72F337A5-7C22-412D-BC21-002BC4A09A86}"/>
              </a:ext>
            </a:extLst>
          </p:cNvPr>
          <p:cNvSpPr>
            <a:spLocks noGrp="1"/>
          </p:cNvSpPr>
          <p:nvPr>
            <p:ph type="ftr" sz="quarter" idx="24"/>
          </p:nvPr>
        </p:nvSpPr>
        <p:spPr>
          <a:xfrm>
            <a:off x="6614764" y="0"/>
            <a:ext cx="5016515" cy="317674"/>
          </a:xfrm>
        </p:spPr>
        <p:txBody>
          <a:bodyPr/>
          <a:lstStyle>
            <a:lvl1pPr>
              <a:defRPr>
                <a:solidFill>
                  <a:schemeClr val="bg1"/>
                </a:solidFill>
              </a:defRPr>
            </a:lvl1p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dirty="0"/>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dirty="0"/>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10" name="Content Placeholder 2">
            <a:extLst>
              <a:ext uri="{FF2B5EF4-FFF2-40B4-BE49-F238E27FC236}">
                <a16:creationId xmlns:a16="http://schemas.microsoft.com/office/drawing/2014/main" id="{63FDC5DF-2C64-4D49-8041-AB11BEEFF14D}"/>
              </a:ext>
            </a:extLst>
          </p:cNvPr>
          <p:cNvSpPr>
            <a:spLocks noGrp="1"/>
          </p:cNvSpPr>
          <p:nvPr>
            <p:ph sz="quarter" idx="23" hasCustomPrompt="1"/>
          </p:nvPr>
        </p:nvSpPr>
        <p:spPr>
          <a:xfrm>
            <a:off x="567038" y="1257300"/>
            <a:ext cx="5029200" cy="4347449"/>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Footnote">
            <a:extLst>
              <a:ext uri="{FF2B5EF4-FFF2-40B4-BE49-F238E27FC236}">
                <a16:creationId xmlns:a16="http://schemas.microsoft.com/office/drawing/2014/main" id="{56769A6F-555D-49D4-B0C0-D1976DD436B9}"/>
              </a:ext>
            </a:extLst>
          </p:cNvPr>
          <p:cNvSpPr>
            <a:spLocks noGrp="1"/>
          </p:cNvSpPr>
          <p:nvPr>
            <p:ph type="body" sz="quarter" idx="25"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11" name="Rectangle 10">
            <a:extLst>
              <a:ext uri="{FF2B5EF4-FFF2-40B4-BE49-F238E27FC236}">
                <a16:creationId xmlns:a16="http://schemas.microsoft.com/office/drawing/2014/main" id="{EBFDFA00-9BD6-873A-0C0B-BAD1649CF54D}"/>
              </a:ext>
              <a:ext uri="{C183D7F6-B498-43B3-948B-1728B52AA6E4}">
                <adec:decorative xmlns:adec="http://schemas.microsoft.com/office/drawing/2017/decorative" val="1"/>
              </a:ext>
            </a:extLst>
          </p:cNvPr>
          <p:cNvSpPr/>
          <p:nvPr userDrawn="1"/>
        </p:nvSpPr>
        <p:spPr>
          <a:xfrm>
            <a:off x="5279878" y="656370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spTree>
    <p:extLst>
      <p:ext uri="{BB962C8B-B14F-4D97-AF65-F5344CB8AC3E}">
        <p14:creationId xmlns:p14="http://schemas.microsoft.com/office/powerpoint/2010/main" val="243954613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1.xml><?xml version="1.0" encoding="UTF-8" standalone="yes"?>
<p:sldLayout xmlns:a="http://schemas.openxmlformats.org/drawingml/2006/main" xmlns:r="http://schemas.openxmlformats.org/officeDocument/2006/relationships" xmlns:p="http://schemas.openxmlformats.org/presentationml/2006/main" preserve="1" userDrawn="1"><p:cSld name="Content + Photo Black"><p:spTree><p:nvGrpSpPr><p:cNvPr id="1" name=""/><p:cNvGrpSpPr/><p:nvPr/></p:nvGrpSpPr><p:grpSpPr><a:xfrm><a:off x="0" y="0"/><a:ext cx="0" cy="0"/><a:chOff x="0" y="0"/><a:chExt cx="0" cy="0"/></a:xfrm></p:grpSpPr><p:sp><p:nvSpPr><p:cNvPr id="8" name="Picture Placeholder 7"><a:extLst><a:ext uri="{FF2B5EF4-FFF2-40B4-BE49-F238E27FC236}"><a16:creationId xmlns:a16="http://schemas.microsoft.com/office/drawing/2014/main" id="{66346E94-E9F1-4F0C-9AB7-02D722F342D1}"/></a:ext></a:extLst></p:cNvPr><p:cNvSpPr><a:spLocks noGrp="1"/></p:cNvSpPr><p:nvPr><p:ph type="pic" sz="quarter" idx="15" hasCustomPrompt="1"/></p:nvPr></p:nvSpPr><p:spPr><a:xfrm><a:off x="6614764" y="0"/><a:ext cx="5577236" cy="6858000"/></a:xfrm><a:prstGeom prst="rect"><a:avLst/></a:prstGeom><a:stretch><a:fillRect/></a:stretch></p:blipFill><p:spPr><a:xfrm><a:off x="566956" y="6392768"/><a:ext cx="762002" cy="365761"/></a:xfrm><a:prstGeom prst="rect"><a:avLst/></a:prstGeom></p:spPr></p:pic></p:spTree><p:extLst><p:ext uri="{BB962C8B-B14F-4D97-AF65-F5344CB8AC3E}"><p14:creationId xmlns:p14="http://schemas.microsoft.com/office/powerpoint/2010/main" val="4165650854"/></p:ext></p:extLst></p:cSld><p:clrMapOvr><a:masterClrMapping/></p:clrMapOvr><p:extLst><p:ext uri="{DCECCB84-F9BA-43D5-87BE-67443E8EF086}"><p15:sldGuideLst xmlns:p15="http://schemas.microsoft.com/office/powerpoint/2012/main"><p15:guide id="1" orient="horz" pos="792" userDrawn="1"><p15:clr><a:srgbClr val="FBAE40"/></p15:clr></p15:guide><p15:guide id="2" orient="horz" pos="3528" userDrawn="1"><p15:clr><a:srgbClr val="FBAE40"/></p15:clr></p15:guide></p15:sldGuideLst></p:ext></p:extLst></p:sldLayout>


</file>

<file path=ppt/slideLayouts/slideLayout12.xml><?xml version="1.0" encoding="UTF-8" standalone="yes"?>
<p:sldLayout xmlns:a="http://schemas.openxmlformats.org/drawingml/2006/main" xmlns:r="http://schemas.openxmlformats.org/officeDocument/2006/relationships" xmlns:p="http://schemas.openxmlformats.org/presentationml/2006/main" preserve="1" userDrawn="1"><p:cSld name="Content + Photo Blue"><p:spTree><p:nvGrpSpPr><p:cNvPr id="1" name=""/><p:cNvGrpSpPr/><p:nvPr/></p:nvGrpSpPr><p:grpSpPr><a:xfrm><a:off x="0" y="0"/><a:ext cx="0" cy="0"/><a:chOff x="0" y="0"/><a:chExt cx="0" cy="0"/></a:xfrm></p:grpSpPr><p:sp><p:nvSpPr><p:cNvPr id="8" name="Picture Placeholder 7"><a:extLst><a:ext uri="{FF2B5EF4-FFF2-40B4-BE49-F238E27FC236}"><a16:creationId xmlns:a16="http://schemas.microsoft.com/office/drawing/2014/main" id="{66346E94-E9F1-4F0C-9AB7-02D722F342D1}"/></a:ext></a:extLst></p:cNvPr><p:cNvSpPr><a:spLocks noGrp="1"/></p:cNvSpPr><p:nvPr><p:ph type="pic" sz="quarter" idx="15" hasCustomPrompt="1"/></p:nvPr></p:nvSpPr><p:spPr><a:xfrm><a:off x="6614764" y="0"/><a:ext cx="5577236" cy="6858000"/></a:xfrm><a:prstGeom prst="rect"><a:avLst/></a:prstGeom><a:stretch><a:fillRect/></a:stretch></p:blipFill><p:spPr><a:xfrm><a:off x="566956" y="6392768"/><a:ext cx="762002" cy="365761"/></a:xfrm><a:prstGeom prst="rect"><a:avLst/></a:prstGeom></p:spPr></p:pic></p:spTree><p:extLst><p:ext uri="{BB962C8B-B14F-4D97-AF65-F5344CB8AC3E}"><p14:creationId xmlns:p14="http://schemas.microsoft.com/office/powerpoint/2010/main" val="4016961979"/></p:ext></p:extLst></p:cSld><p:clrMapOvr><a:masterClrMapping/></p:clrMapOvr><p:extLst><p:ext uri="{DCECCB84-F9BA-43D5-87BE-67443E8EF086}"><p15:sldGuideLst xmlns:p15="http://schemas.microsoft.com/office/powerpoint/2012/main"><p15:guide id="1" orient="horz" pos="792" userDrawn="1"><p15:clr><a:srgbClr val="FBAE40"/></p15:clr></p15:guide><p15:guide id="2" orient="horz" pos="3528" userDrawn="1"><p15:clr><a:srgbClr val="FBAE40"/></p15:clr></p15:guide></p15:sldGuideLst></p:ext></p:extLst></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ICONS</a:t>
            </a:r>
          </a:p>
        </p:txBody>
      </p:sp>
    </p:spTree>
    <p:extLst>
      <p:ext uri="{BB962C8B-B14F-4D97-AF65-F5344CB8AC3E}">
        <p14:creationId xmlns:p14="http://schemas.microsoft.com/office/powerpoint/2010/main" val="42771690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cons 3 Columns Vertic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9171FE-482D-4162-97BC-A02FD4AC159D}"/>
              </a:ext>
            </a:extLst>
          </p:cNvPr>
          <p:cNvSpPr>
            <a:spLocks noGrp="1"/>
          </p:cNvSpPr>
          <p:nvPr>
            <p:ph type="ftr" sz="quarter" idx="3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a:xfrm>
            <a:off x="11320251" y="6572853"/>
            <a:ext cx="311576" cy="214804"/>
          </a:xfrm>
        </p:spPr>
        <p:txBody>
          <a:bodyPr/>
          <a:lstStyle/>
          <a:p>
            <a:fld id="{5CFA18E4-D58E-4B28-B105-28D9665A8EBC}" type="slidenum">
              <a:rPr lang="en-US" smtClean="0"/>
              <a:pPr/>
              <a:t>‹#›</a:t>
            </a:fld>
            <a:endParaRPr lang="en-US" dirty="0"/>
          </a:p>
        </p:txBody>
      </p:sp>
      <p:sp>
        <p:nvSpPr>
          <p:cNvPr id="36" name="Title 6">
            <a:extLst>
              <a:ext uri="{FF2B5EF4-FFF2-40B4-BE49-F238E27FC236}">
                <a16:creationId xmlns:a16="http://schemas.microsoft.com/office/drawing/2014/main" id="{D7B8D165-F984-473B-A112-6BF8E9F44447}"/>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8" name="Sub-headline">
            <a:extLst>
              <a:ext uri="{FF2B5EF4-FFF2-40B4-BE49-F238E27FC236}">
                <a16:creationId xmlns:a16="http://schemas.microsoft.com/office/drawing/2014/main" id="{56EC8594-681B-4434-B73B-735C036086C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28" name="Picture Placeholder Left">
            <a:extLst>
              <a:ext uri="{FF2B5EF4-FFF2-40B4-BE49-F238E27FC236}">
                <a16:creationId xmlns:a16="http://schemas.microsoft.com/office/drawing/2014/main" id="{20ED38F9-F116-4320-BEBE-0D6E5BB3BFB3}"/>
              </a:ext>
            </a:extLst>
          </p:cNvPr>
          <p:cNvSpPr>
            <a:spLocks noGrp="1"/>
          </p:cNvSpPr>
          <p:nvPr>
            <p:ph type="pic" sz="quarter" idx="21" hasCustomPrompt="1"/>
          </p:nvPr>
        </p:nvSpPr>
        <p:spPr>
          <a:xfrm>
            <a:off x="560977" y="1261872"/>
            <a:ext cx="1161288" cy="1161288"/>
          </a:xfrm>
          <a:prstGeom prst="rect">
            <a:avLst/>
          </a:prstGeom>
        </p:spPr>
        <p:txBody>
          <a:bodyPr anchor="ctr">
            <a:normAutofit/>
          </a:bodyPr>
          <a:lstStyle>
            <a:lvl1pPr marL="0" indent="0" algn="ctr">
              <a:buNone/>
              <a:defRPr sz="1400"/>
            </a:lvl1pPr>
          </a:lstStyle>
          <a:p>
            <a:r>
              <a:rPr lang="en-US" dirty="0"/>
              <a:t>[Image] or remove and place icon here</a:t>
            </a:r>
          </a:p>
        </p:txBody>
      </p:sp>
      <p:sp>
        <p:nvSpPr>
          <p:cNvPr id="24" name="Subtitle Left">
            <a:extLst>
              <a:ext uri="{FF2B5EF4-FFF2-40B4-BE49-F238E27FC236}">
                <a16:creationId xmlns:a16="http://schemas.microsoft.com/office/drawing/2014/main" id="{2726687B-34D2-44BB-BEE3-F17F90E2CEAD}"/>
              </a:ext>
            </a:extLst>
          </p:cNvPr>
          <p:cNvSpPr>
            <a:spLocks noGrp="1"/>
          </p:cNvSpPr>
          <p:nvPr>
            <p:ph type="body" sz="quarter" idx="16" hasCustomPrompt="1"/>
          </p:nvPr>
        </p:nvSpPr>
        <p:spPr>
          <a:xfrm>
            <a:off x="56097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1" name="Text Placeholder 20">
            <a:extLst>
              <a:ext uri="{FF2B5EF4-FFF2-40B4-BE49-F238E27FC236}">
                <a16:creationId xmlns:a16="http://schemas.microsoft.com/office/drawing/2014/main" id="{59848113-CF33-4F6D-ABE6-079A43759FA2}"/>
              </a:ext>
            </a:extLst>
          </p:cNvPr>
          <p:cNvSpPr>
            <a:spLocks noGrp="1"/>
          </p:cNvSpPr>
          <p:nvPr>
            <p:ph type="body" sz="quarter" idx="24" hasCustomPrompt="1"/>
          </p:nvPr>
        </p:nvSpPr>
        <p:spPr>
          <a:xfrm>
            <a:off x="557212" y="3163464"/>
            <a:ext cx="3374136" cy="2437236"/>
          </a:xfrm>
          <a:prstGeom prst="rect">
            <a:avLst/>
          </a:prstGeom>
        </p:spPr>
        <p:txBody>
          <a:bodyPr/>
          <a:lstStyle>
            <a:lvl1pPr>
              <a:lnSpc>
                <a:spcPct val="100000"/>
              </a:lnSpc>
              <a:spcBef>
                <a:spcPts val="0"/>
              </a:spcBef>
              <a:spcAft>
                <a:spcPts val="600"/>
              </a:spcAft>
              <a:defRPr sz="16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29" name="Picture Placeholder  Middle">
            <a:extLst>
              <a:ext uri="{FF2B5EF4-FFF2-40B4-BE49-F238E27FC236}">
                <a16:creationId xmlns:a16="http://schemas.microsoft.com/office/drawing/2014/main" id="{D73D1E78-1775-4717-9FC1-51702554EAAD}"/>
              </a:ext>
            </a:extLst>
          </p:cNvPr>
          <p:cNvSpPr>
            <a:spLocks noGrp="1"/>
          </p:cNvSpPr>
          <p:nvPr>
            <p:ph type="pic" sz="quarter" idx="22" hasCustomPrompt="1"/>
          </p:nvPr>
        </p:nvSpPr>
        <p:spPr>
          <a:xfrm>
            <a:off x="4409596" y="1261872"/>
            <a:ext cx="1161288" cy="1161288"/>
          </a:xfrm>
          <a:prstGeom prst="rect">
            <a:avLst/>
          </a:prstGeom>
        </p:spPr>
        <p:txBody>
          <a:bodyPr anchor="ctr">
            <a:normAutofit/>
          </a:bodyPr>
          <a:lstStyle>
            <a:lvl1pPr marL="0" indent="0" algn="ctr">
              <a:buNone/>
              <a:defRPr sz="1400"/>
            </a:lvl1pPr>
          </a:lstStyle>
          <a:p>
            <a:r>
              <a:rPr lang="en-US" dirty="0"/>
              <a:t>[Image] or remove and place icon here</a:t>
            </a:r>
          </a:p>
        </p:txBody>
      </p:sp>
      <p:sp>
        <p:nvSpPr>
          <p:cNvPr id="26" name="Subtitle Middle">
            <a:extLst>
              <a:ext uri="{FF2B5EF4-FFF2-40B4-BE49-F238E27FC236}">
                <a16:creationId xmlns:a16="http://schemas.microsoft.com/office/drawing/2014/main" id="{AA11411D-F5CC-4A9E-97ED-8D9AB17EC128}"/>
              </a:ext>
            </a:extLst>
          </p:cNvPr>
          <p:cNvSpPr>
            <a:spLocks noGrp="1"/>
          </p:cNvSpPr>
          <p:nvPr>
            <p:ph type="body" sz="quarter" idx="17" hasCustomPrompt="1"/>
          </p:nvPr>
        </p:nvSpPr>
        <p:spPr>
          <a:xfrm>
            <a:off x="440959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2" name="Text Placeholder 22">
            <a:extLst>
              <a:ext uri="{FF2B5EF4-FFF2-40B4-BE49-F238E27FC236}">
                <a16:creationId xmlns:a16="http://schemas.microsoft.com/office/drawing/2014/main" id="{55E5A2C2-274B-42C7-937D-24C1B3BA41D4}"/>
              </a:ext>
            </a:extLst>
          </p:cNvPr>
          <p:cNvSpPr>
            <a:spLocks noGrp="1"/>
          </p:cNvSpPr>
          <p:nvPr>
            <p:ph type="body" sz="quarter" idx="25" hasCustomPrompt="1"/>
          </p:nvPr>
        </p:nvSpPr>
        <p:spPr>
          <a:xfrm>
            <a:off x="4406900" y="3163463"/>
            <a:ext cx="3374136" cy="2437235"/>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30" name="Picture Placeholder  Right">
            <a:extLst>
              <a:ext uri="{FF2B5EF4-FFF2-40B4-BE49-F238E27FC236}">
                <a16:creationId xmlns:a16="http://schemas.microsoft.com/office/drawing/2014/main" id="{3B5B43E5-7D20-4591-B751-DD7388D8DEF7}"/>
              </a:ext>
            </a:extLst>
          </p:cNvPr>
          <p:cNvSpPr>
            <a:spLocks noGrp="1"/>
          </p:cNvSpPr>
          <p:nvPr>
            <p:ph type="pic" sz="quarter" idx="23" hasCustomPrompt="1"/>
          </p:nvPr>
        </p:nvSpPr>
        <p:spPr>
          <a:xfrm>
            <a:off x="8256785" y="1261872"/>
            <a:ext cx="1161288" cy="1161288"/>
          </a:xfrm>
          <a:prstGeom prst="rect">
            <a:avLst/>
          </a:prstGeom>
        </p:spPr>
        <p:txBody>
          <a:bodyPr anchor="ctr">
            <a:normAutofit/>
          </a:bodyPr>
          <a:lstStyle>
            <a:lvl1pPr marL="0" indent="0" algn="ctr">
              <a:buNone/>
              <a:defRPr sz="1400"/>
            </a:lvl1pPr>
          </a:lstStyle>
          <a:p>
            <a:r>
              <a:rPr lang="en-US" dirty="0"/>
              <a:t>[Image] or remove and place icon here</a:t>
            </a:r>
          </a:p>
        </p:txBody>
      </p:sp>
      <p:sp>
        <p:nvSpPr>
          <p:cNvPr id="27" name="Subtitle Right">
            <a:extLst>
              <a:ext uri="{FF2B5EF4-FFF2-40B4-BE49-F238E27FC236}">
                <a16:creationId xmlns:a16="http://schemas.microsoft.com/office/drawing/2014/main" id="{59462605-1E40-4897-B811-1B8C6B2FB124}"/>
              </a:ext>
            </a:extLst>
          </p:cNvPr>
          <p:cNvSpPr>
            <a:spLocks noGrp="1"/>
          </p:cNvSpPr>
          <p:nvPr>
            <p:ph type="body" sz="quarter" idx="19" hasCustomPrompt="1"/>
          </p:nvPr>
        </p:nvSpPr>
        <p:spPr>
          <a:xfrm>
            <a:off x="825821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3" name="Text Placeholder 24">
            <a:extLst>
              <a:ext uri="{FF2B5EF4-FFF2-40B4-BE49-F238E27FC236}">
                <a16:creationId xmlns:a16="http://schemas.microsoft.com/office/drawing/2014/main" id="{FFC11514-E302-49D6-BD05-69964CE284BE}"/>
              </a:ext>
            </a:extLst>
          </p:cNvPr>
          <p:cNvSpPr>
            <a:spLocks noGrp="1"/>
          </p:cNvSpPr>
          <p:nvPr>
            <p:ph type="body" sz="quarter" idx="26" hasCustomPrompt="1"/>
          </p:nvPr>
        </p:nvSpPr>
        <p:spPr>
          <a:xfrm>
            <a:off x="8256587" y="3163464"/>
            <a:ext cx="3374136" cy="2437236"/>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dirty="0">
                <a:ln>
                  <a:noFill/>
                </a:ln>
                <a:solidFill>
                  <a:srgbClr val="000000"/>
                </a:solidFill>
                <a:effectLst/>
                <a:uLnTx/>
                <a:uFillTx/>
                <a:latin typeface="Arial"/>
                <a:ea typeface="+mn-ea"/>
                <a:cs typeface="+mn-cs"/>
              </a:rPr>
              <a:t>Fifth level</a:t>
            </a:r>
          </a:p>
        </p:txBody>
      </p:sp>
      <p:sp>
        <p:nvSpPr>
          <p:cNvPr id="17" name="Footnote">
            <a:extLst>
              <a:ext uri="{FF2B5EF4-FFF2-40B4-BE49-F238E27FC236}">
                <a16:creationId xmlns:a16="http://schemas.microsoft.com/office/drawing/2014/main" id="{6A2724F1-A61D-41C8-B469-1DCC0F04A93B}"/>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3012513687"/>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cons 3 Columns Horizont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608CFE0-20EA-47BD-A7D7-995044419413}"/>
              </a:ext>
            </a:extLst>
          </p:cNvPr>
          <p:cNvSpPr>
            <a:spLocks noGrp="1"/>
          </p:cNvSpPr>
          <p:nvPr>
            <p:ph type="ftr" sz="quarter" idx="28"/>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22" name="Sub-headline">
            <a:extLst>
              <a:ext uri="{FF2B5EF4-FFF2-40B4-BE49-F238E27FC236}">
                <a16:creationId xmlns:a16="http://schemas.microsoft.com/office/drawing/2014/main" id="{5EFA2C65-2BF7-48F8-AA6D-832FA04C275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7" y="1261872"/>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1016"/>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0795"/>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7" name="Subtitle Left">
            <a:extLst>
              <a:ext uri="{FF2B5EF4-FFF2-40B4-BE49-F238E27FC236}">
                <a16:creationId xmlns:a16="http://schemas.microsoft.com/office/drawing/2014/main" id="{CA19107A-2AFD-4DC4-8B24-4A5929C3F2B7}"/>
              </a:ext>
            </a:extLst>
          </p:cNvPr>
          <p:cNvSpPr>
            <a:spLocks noGrp="1"/>
          </p:cNvSpPr>
          <p:nvPr>
            <p:ph type="body" sz="quarter" idx="29" hasCustomPrompt="1"/>
          </p:nvPr>
        </p:nvSpPr>
        <p:spPr>
          <a:xfrm>
            <a:off x="1789877" y="2717095"/>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8" name="Text Placeholder 20">
            <a:extLst>
              <a:ext uri="{FF2B5EF4-FFF2-40B4-BE49-F238E27FC236}">
                <a16:creationId xmlns:a16="http://schemas.microsoft.com/office/drawing/2014/main" id="{D9F3B68D-9DD4-41F2-97AC-E83BCE6F9C5D}"/>
              </a:ext>
            </a:extLst>
          </p:cNvPr>
          <p:cNvSpPr>
            <a:spLocks noGrp="1"/>
          </p:cNvSpPr>
          <p:nvPr>
            <p:ph type="body" sz="quarter" idx="30" hasCustomPrompt="1"/>
          </p:nvPr>
        </p:nvSpPr>
        <p:spPr>
          <a:xfrm>
            <a:off x="1789878" y="3036239"/>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34" name="Picture Placeholder  Right">
            <a:extLst>
              <a:ext uri="{FF2B5EF4-FFF2-40B4-BE49-F238E27FC236}">
                <a16:creationId xmlns:a16="http://schemas.microsoft.com/office/drawing/2014/main" id="{BDBD945C-52EF-4677-B50B-FF8E067AEF48}"/>
              </a:ext>
            </a:extLst>
          </p:cNvPr>
          <p:cNvSpPr>
            <a:spLocks noGrp="1"/>
          </p:cNvSpPr>
          <p:nvPr>
            <p:ph type="pic" sz="quarter" idx="23" hasCustomPrompt="1"/>
          </p:nvPr>
        </p:nvSpPr>
        <p:spPr>
          <a:xfrm>
            <a:off x="567039" y="4159718"/>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9" name="Subtitle Left">
            <a:extLst>
              <a:ext uri="{FF2B5EF4-FFF2-40B4-BE49-F238E27FC236}">
                <a16:creationId xmlns:a16="http://schemas.microsoft.com/office/drawing/2014/main" id="{5B2C8265-B4F5-49DF-B3A9-E7A328DB4CE1}"/>
              </a:ext>
            </a:extLst>
          </p:cNvPr>
          <p:cNvSpPr>
            <a:spLocks noGrp="1"/>
          </p:cNvSpPr>
          <p:nvPr>
            <p:ph type="body" sz="quarter" idx="31" hasCustomPrompt="1"/>
          </p:nvPr>
        </p:nvSpPr>
        <p:spPr>
          <a:xfrm>
            <a:off x="1789877" y="4159718"/>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0" name="Text Placeholder 20">
            <a:extLst>
              <a:ext uri="{FF2B5EF4-FFF2-40B4-BE49-F238E27FC236}">
                <a16:creationId xmlns:a16="http://schemas.microsoft.com/office/drawing/2014/main" id="{9C64CBDE-4443-4A7D-A9E5-5CCCF01D58B8}"/>
              </a:ext>
            </a:extLst>
          </p:cNvPr>
          <p:cNvSpPr>
            <a:spLocks noGrp="1"/>
          </p:cNvSpPr>
          <p:nvPr>
            <p:ph type="body" sz="quarter" idx="32" hasCustomPrompt="1"/>
          </p:nvPr>
        </p:nvSpPr>
        <p:spPr>
          <a:xfrm>
            <a:off x="1789878" y="4478862"/>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3" name="Footnote">
            <a:extLst>
              <a:ext uri="{FF2B5EF4-FFF2-40B4-BE49-F238E27FC236}">
                <a16:creationId xmlns:a16="http://schemas.microsoft.com/office/drawing/2014/main" id="{66ED2DD3-99A4-4B46-B1BC-1732442768B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215158432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s 4 Columns + Content">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3DD9750E-ABDA-4A03-801E-38E1632B8093}"/>
              </a:ext>
            </a:extLst>
          </p:cNvPr>
          <p:cNvSpPr>
            <a:spLocks noGrp="1"/>
          </p:cNvSpPr>
          <p:nvPr>
            <p:ph type="ftr" sz="quarter" idx="35"/>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28" name="Sub-headline">
            <a:extLst>
              <a:ext uri="{FF2B5EF4-FFF2-40B4-BE49-F238E27FC236}">
                <a16:creationId xmlns:a16="http://schemas.microsoft.com/office/drawing/2014/main" id="{1D199F29-DE09-4DF0-9477-385F6C6242D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4" name="Content Placeholder 3">
            <a:extLst>
              <a:ext uri="{FF2B5EF4-FFF2-40B4-BE49-F238E27FC236}">
                <a16:creationId xmlns:a16="http://schemas.microsoft.com/office/drawing/2014/main" id="{82FD93BB-BB27-4EF7-B79A-C2550EB90CFA}"/>
              </a:ext>
            </a:extLst>
          </p:cNvPr>
          <p:cNvSpPr>
            <a:spLocks noGrp="1"/>
          </p:cNvSpPr>
          <p:nvPr>
            <p:ph sz="quarter" idx="33" hasCustomPrompt="1"/>
          </p:nvPr>
        </p:nvSpPr>
        <p:spPr>
          <a:xfrm>
            <a:off x="566738" y="1263650"/>
            <a:ext cx="5029200" cy="4343400"/>
          </a:xfrm>
        </p:spPr>
        <p:txBody>
          <a:bodyPr/>
          <a:lstStyle>
            <a:lvl1pPr>
              <a:defRPr/>
            </a:lvl1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1872"/>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2" name="Subtitle Top">
            <a:extLst>
              <a:ext uri="{FF2B5EF4-FFF2-40B4-BE49-F238E27FC236}">
                <a16:creationId xmlns:a16="http://schemas.microsoft.com/office/drawing/2014/main" id="{F32872C9-2C41-4ABC-9932-EE0BBAFBE2B9}"/>
              </a:ext>
            </a:extLst>
          </p:cNvPr>
          <p:cNvSpPr>
            <a:spLocks noGrp="1"/>
          </p:cNvSpPr>
          <p:nvPr>
            <p:ph type="body" sz="quarter" idx="36" hasCustomPrompt="1"/>
          </p:nvPr>
        </p:nvSpPr>
        <p:spPr>
          <a:xfrm>
            <a:off x="7488891" y="2483726"/>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3" name="Text Placeholder 15">
            <a:extLst>
              <a:ext uri="{FF2B5EF4-FFF2-40B4-BE49-F238E27FC236}">
                <a16:creationId xmlns:a16="http://schemas.microsoft.com/office/drawing/2014/main" id="{7D0F84AA-F016-40FD-B57B-922B879A885F}"/>
              </a:ext>
            </a:extLst>
          </p:cNvPr>
          <p:cNvSpPr>
            <a:spLocks noGrp="1"/>
          </p:cNvSpPr>
          <p:nvPr>
            <p:ph type="body" sz="quarter" idx="37" hasCustomPrompt="1"/>
          </p:nvPr>
        </p:nvSpPr>
        <p:spPr>
          <a:xfrm>
            <a:off x="7490161" y="2821981"/>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4" name="Subtitle Top">
            <a:extLst>
              <a:ext uri="{FF2B5EF4-FFF2-40B4-BE49-F238E27FC236}">
                <a16:creationId xmlns:a16="http://schemas.microsoft.com/office/drawing/2014/main" id="{F02B674F-D8E9-4242-8C17-0240FB40F65A}"/>
              </a:ext>
            </a:extLst>
          </p:cNvPr>
          <p:cNvSpPr>
            <a:spLocks noGrp="1"/>
          </p:cNvSpPr>
          <p:nvPr>
            <p:ph type="body" sz="quarter" idx="38" hasCustomPrompt="1"/>
          </p:nvPr>
        </p:nvSpPr>
        <p:spPr>
          <a:xfrm>
            <a:off x="7487621" y="3706769"/>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5" name="Text Placeholder 15">
            <a:extLst>
              <a:ext uri="{FF2B5EF4-FFF2-40B4-BE49-F238E27FC236}">
                <a16:creationId xmlns:a16="http://schemas.microsoft.com/office/drawing/2014/main" id="{9F2499DA-5101-4E05-8B0E-D14E56480543}"/>
              </a:ext>
            </a:extLst>
          </p:cNvPr>
          <p:cNvSpPr>
            <a:spLocks noGrp="1"/>
          </p:cNvSpPr>
          <p:nvPr>
            <p:ph type="body" sz="quarter" idx="39" hasCustomPrompt="1"/>
          </p:nvPr>
        </p:nvSpPr>
        <p:spPr>
          <a:xfrm>
            <a:off x="7488891" y="4045024"/>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6" name="Subtitle Top">
            <a:extLst>
              <a:ext uri="{FF2B5EF4-FFF2-40B4-BE49-F238E27FC236}">
                <a16:creationId xmlns:a16="http://schemas.microsoft.com/office/drawing/2014/main" id="{A0B75D8F-9A1B-4EDF-ACD4-90B4C7E458D1}"/>
              </a:ext>
            </a:extLst>
          </p:cNvPr>
          <p:cNvSpPr>
            <a:spLocks noGrp="1"/>
          </p:cNvSpPr>
          <p:nvPr>
            <p:ph type="body" sz="quarter" idx="40" hasCustomPrompt="1"/>
          </p:nvPr>
        </p:nvSpPr>
        <p:spPr>
          <a:xfrm>
            <a:off x="7486351" y="4927165"/>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7" name="Text Placeholder 15">
            <a:extLst>
              <a:ext uri="{FF2B5EF4-FFF2-40B4-BE49-F238E27FC236}">
                <a16:creationId xmlns:a16="http://schemas.microsoft.com/office/drawing/2014/main" id="{D2763317-8032-4545-AB58-78701E7FE79F}"/>
              </a:ext>
            </a:extLst>
          </p:cNvPr>
          <p:cNvSpPr>
            <a:spLocks noGrp="1"/>
          </p:cNvSpPr>
          <p:nvPr>
            <p:ph type="body" sz="quarter" idx="41" hasCustomPrompt="1"/>
          </p:nvPr>
        </p:nvSpPr>
        <p:spPr>
          <a:xfrm>
            <a:off x="7487621" y="5265420"/>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dirty="0">
                <a:ln>
                  <a:noFill/>
                </a:ln>
                <a:solidFill>
                  <a:srgbClr val="000000"/>
                </a:solidFill>
                <a:effectLst/>
                <a:uLnTx/>
                <a:uFillTx/>
                <a:latin typeface="Arial"/>
                <a:ea typeface="+mn-ea"/>
                <a:cs typeface="+mn-cs"/>
              </a:rPr>
              <a:t>[Click to add text]</a:t>
            </a:r>
            <a:endParaRPr lang="en-US" dirty="0"/>
          </a:p>
          <a:p>
            <a:pPr lvl="1"/>
            <a:r>
              <a:rPr lang="en-US" dirty="0"/>
              <a:t>Second level</a:t>
            </a:r>
          </a:p>
          <a:p>
            <a:pPr lvl="2"/>
            <a:r>
              <a:rPr lang="en-US" dirty="0"/>
              <a:t>Third level</a:t>
            </a:r>
          </a:p>
        </p:txBody>
      </p:sp>
      <p:sp>
        <p:nvSpPr>
          <p:cNvPr id="21" name="Footnote">
            <a:extLst>
              <a:ext uri="{FF2B5EF4-FFF2-40B4-BE49-F238E27FC236}">
                <a16:creationId xmlns:a16="http://schemas.microsoft.com/office/drawing/2014/main" id="{9DBFEEAB-9E37-46AB-9295-1B782C9B76BE}"/>
              </a:ext>
            </a:extLst>
          </p:cNvPr>
          <p:cNvSpPr>
            <a:spLocks noGrp="1"/>
          </p:cNvSpPr>
          <p:nvPr>
            <p:ph type="body" sz="quarter" idx="15" hasCustomPrompt="1"/>
          </p:nvPr>
        </p:nvSpPr>
        <p:spPr>
          <a:xfrm>
            <a:off x="567039" y="5904781"/>
            <a:ext cx="11060912" cy="307631"/>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166664483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cons 4 Columns + Conten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bg1"/>
                </a:solidFill>
              </a:defRPr>
            </a:lvl1p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dirty="0"/>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dirty="0"/>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dirty="0"/>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bg1"/>
                </a:solidFill>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lvl="0"/>
            <a:r>
              <a:rPr lang="en-US" dirty="0"/>
              <a:t>[Click to add text]</a:t>
            </a:r>
          </a:p>
          <a:p>
            <a:pPr lvl="1"/>
            <a:r>
              <a:rPr lang="en-US" dirty="0"/>
              <a:t>Second level</a:t>
            </a:r>
          </a:p>
          <a:p>
            <a:pPr lvl="2"/>
            <a:r>
              <a:rPr lang="en-US" dirty="0"/>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lnSpc>
                <a:spcPct val="100000"/>
              </a:lnSpc>
              <a:spcBef>
                <a:spcPts val="0"/>
              </a:spcBef>
              <a:spcAft>
                <a:spcPts val="200"/>
              </a:spcAft>
              <a:defRPr sz="1200">
                <a:solidFill>
                  <a:schemeClr val="bg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a:p>
            <a:pPr lvl="3"/>
            <a:endParaRPr lang="en-US" dirty="0"/>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bg1"/>
                </a:solidFill>
                <a:latin typeface="+mn-lt"/>
              </a:rPr>
              <a:t>© 2025 S&amp;P Global.</a:t>
            </a:r>
          </a:p>
        </p:txBody>
      </p:sp>
    </p:spTree>
    <p:extLst>
      <p:ext uri="{BB962C8B-B14F-4D97-AF65-F5344CB8AC3E}">
        <p14:creationId xmlns:p14="http://schemas.microsoft.com/office/powerpoint/2010/main" val="353579358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cons 4 Columns + Content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tx1"/>
                </a:solidFill>
              </a:defRPr>
            </a:lvl1pPr>
          </a:lstStyle>
          <a:p>
            <a:r>
              <a:rPr lang="en-US"/>
              <a:t>Section name (optional) / Title / Month 20YY</a:t>
            </a:r>
            <a:endParaRPr lang="en-US" dirty="0"/>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dirty="0"/>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dirty="0"/>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dirty="0"/>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tx1"/>
                </a:solidFill>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lvl="0"/>
            <a:r>
              <a:rPr lang="en-US" dirty="0"/>
              <a:t>[Click to add text]</a:t>
            </a:r>
          </a:p>
          <a:p>
            <a:pPr lvl="1"/>
            <a:r>
              <a:rPr lang="en-US" dirty="0"/>
              <a:t>Second level</a:t>
            </a:r>
          </a:p>
          <a:p>
            <a:pPr lvl="2"/>
            <a:r>
              <a:rPr lang="en-US" dirty="0"/>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lnSpc>
                <a:spcPct val="100000"/>
              </a:lnSpc>
              <a:spcBef>
                <a:spcPts val="0"/>
              </a:spcBef>
              <a:spcAft>
                <a:spcPts val="200"/>
              </a:spcAft>
              <a:defRPr sz="1200">
                <a:solidFill>
                  <a:schemeClr val="tx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a:p>
            <a:pPr lvl="3"/>
            <a:endParaRPr lang="en-US" dirty="0"/>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dirty="0"/>
              <a:t>[Click to add text]</a:t>
            </a:r>
          </a:p>
          <a:p>
            <a:pPr lvl="1"/>
            <a:r>
              <a:rPr lang="en-US" dirty="0"/>
              <a:t>Second level</a:t>
            </a:r>
          </a:p>
          <a:p>
            <a:pPr lvl="2"/>
            <a:r>
              <a:rPr lang="en-US" dirty="0"/>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solidFill>
                  <a:schemeClr val="tx1"/>
                </a:solidFill>
                <a:latin typeface="+mn-lt"/>
              </a:rPr>
              <a:t>© 2025 S&amp;P Global.</a:t>
            </a:r>
          </a:p>
        </p:txBody>
      </p:sp>
    </p:spTree>
    <p:extLst>
      <p:ext uri="{BB962C8B-B14F-4D97-AF65-F5344CB8AC3E}">
        <p14:creationId xmlns:p14="http://schemas.microsoft.com/office/powerpoint/2010/main" val="2714874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cons 2 x 3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87EB15F-F929-4285-B3D2-F12F7A3EDFE1}"/>
              </a:ext>
            </a:extLst>
          </p:cNvPr>
          <p:cNvSpPr>
            <a:spLocks noGrp="1"/>
          </p:cNvSpPr>
          <p:nvPr>
            <p:ph type="ftr" sz="quarter" idx="38"/>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28" name="Sub-headline">
            <a:extLst>
              <a:ext uri="{FF2B5EF4-FFF2-40B4-BE49-F238E27FC236}">
                <a16:creationId xmlns:a16="http://schemas.microsoft.com/office/drawing/2014/main" id="{CEBFF992-B5B5-4920-8BF1-3F8A84AE638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8"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651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30" name="Subtitle Middle">
            <a:extLst>
              <a:ext uri="{FF2B5EF4-FFF2-40B4-BE49-F238E27FC236}">
                <a16:creationId xmlns:a16="http://schemas.microsoft.com/office/drawing/2014/main" id="{AD83F8F7-A173-4FA2-BE9F-FA907F37B675}"/>
              </a:ext>
            </a:extLst>
          </p:cNvPr>
          <p:cNvSpPr>
            <a:spLocks noGrp="1"/>
          </p:cNvSpPr>
          <p:nvPr>
            <p:ph type="body" sz="quarter" idx="17" hasCustomPrompt="1"/>
          </p:nvPr>
        </p:nvSpPr>
        <p:spPr>
          <a:xfrm>
            <a:off x="1784838"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36" name="Text Placeholder 22">
            <a:extLst>
              <a:ext uri="{FF2B5EF4-FFF2-40B4-BE49-F238E27FC236}">
                <a16:creationId xmlns:a16="http://schemas.microsoft.com/office/drawing/2014/main" id="{967F51AC-FAAC-41F8-8C78-8EF80FFF4FF8}"/>
              </a:ext>
            </a:extLst>
          </p:cNvPr>
          <p:cNvSpPr>
            <a:spLocks noGrp="1"/>
          </p:cNvSpPr>
          <p:nvPr>
            <p:ph type="body" sz="quarter" idx="25" hasCustomPrompt="1"/>
          </p:nvPr>
        </p:nvSpPr>
        <p:spPr>
          <a:xfrm>
            <a:off x="1784838"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1" name="Picture Placeholder  Middle">
            <a:extLst>
              <a:ext uri="{FF2B5EF4-FFF2-40B4-BE49-F238E27FC236}">
                <a16:creationId xmlns:a16="http://schemas.microsoft.com/office/drawing/2014/main" id="{ACB6CBE9-656B-4931-8DAE-8958D93E7422}"/>
              </a:ext>
            </a:extLst>
          </p:cNvPr>
          <p:cNvSpPr>
            <a:spLocks noGrp="1"/>
          </p:cNvSpPr>
          <p:nvPr>
            <p:ph type="pic" sz="quarter" idx="33" hasCustomPrompt="1"/>
          </p:nvPr>
        </p:nvSpPr>
        <p:spPr>
          <a:xfrm>
            <a:off x="567039" y="4154799"/>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0" name="Subtitle Middle">
            <a:extLst>
              <a:ext uri="{FF2B5EF4-FFF2-40B4-BE49-F238E27FC236}">
                <a16:creationId xmlns:a16="http://schemas.microsoft.com/office/drawing/2014/main" id="{FACF049B-4486-44B8-A830-D469FA5F6CDC}"/>
              </a:ext>
            </a:extLst>
          </p:cNvPr>
          <p:cNvSpPr>
            <a:spLocks noGrp="1"/>
          </p:cNvSpPr>
          <p:nvPr>
            <p:ph type="body" sz="quarter" idx="32" hasCustomPrompt="1"/>
          </p:nvPr>
        </p:nvSpPr>
        <p:spPr>
          <a:xfrm>
            <a:off x="1782660"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2" name="Text Placeholder 22">
            <a:extLst>
              <a:ext uri="{FF2B5EF4-FFF2-40B4-BE49-F238E27FC236}">
                <a16:creationId xmlns:a16="http://schemas.microsoft.com/office/drawing/2014/main" id="{564520D8-CDA7-4278-8769-E3C18C1F19A7}"/>
              </a:ext>
            </a:extLst>
          </p:cNvPr>
          <p:cNvSpPr>
            <a:spLocks noGrp="1"/>
          </p:cNvSpPr>
          <p:nvPr>
            <p:ph type="body" sz="quarter" idx="34" hasCustomPrompt="1"/>
          </p:nvPr>
        </p:nvSpPr>
        <p:spPr>
          <a:xfrm>
            <a:off x="1782660"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16" name="Picture Placeholder Left">
            <a:extLst>
              <a:ext uri="{FF2B5EF4-FFF2-40B4-BE49-F238E27FC236}">
                <a16:creationId xmlns:a16="http://schemas.microsoft.com/office/drawing/2014/main" id="{009A490E-8C91-4D1E-BD53-4E7033E185C0}"/>
              </a:ext>
            </a:extLst>
          </p:cNvPr>
          <p:cNvSpPr>
            <a:spLocks noGrp="1"/>
          </p:cNvSpPr>
          <p:nvPr>
            <p:ph type="pic" sz="quarter" idx="28" hasCustomPrompt="1"/>
          </p:nvPr>
        </p:nvSpPr>
        <p:spPr>
          <a:xfrm>
            <a:off x="6550152" y="126187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4" name="Subtitle Left">
            <a:extLst>
              <a:ext uri="{FF2B5EF4-FFF2-40B4-BE49-F238E27FC236}">
                <a16:creationId xmlns:a16="http://schemas.microsoft.com/office/drawing/2014/main" id="{4EB342BF-6CAA-4B82-AF57-F25F0E8E4DE8}"/>
              </a:ext>
            </a:extLst>
          </p:cNvPr>
          <p:cNvSpPr>
            <a:spLocks noGrp="1"/>
          </p:cNvSpPr>
          <p:nvPr>
            <p:ph type="body" sz="quarter" idx="26" hasCustomPrompt="1"/>
          </p:nvPr>
        </p:nvSpPr>
        <p:spPr>
          <a:xfrm>
            <a:off x="7765773"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8" name="Text Placeholder 20">
            <a:extLst>
              <a:ext uri="{FF2B5EF4-FFF2-40B4-BE49-F238E27FC236}">
                <a16:creationId xmlns:a16="http://schemas.microsoft.com/office/drawing/2014/main" id="{1CB46CF6-6609-40E4-9F18-AAD3D6C5AAB0}"/>
              </a:ext>
            </a:extLst>
          </p:cNvPr>
          <p:cNvSpPr>
            <a:spLocks noGrp="1"/>
          </p:cNvSpPr>
          <p:nvPr>
            <p:ph type="body" sz="quarter" idx="30" hasCustomPrompt="1"/>
          </p:nvPr>
        </p:nvSpPr>
        <p:spPr>
          <a:xfrm>
            <a:off x="7765773"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17" name="Picture Placeholder  Middle">
            <a:extLst>
              <a:ext uri="{FF2B5EF4-FFF2-40B4-BE49-F238E27FC236}">
                <a16:creationId xmlns:a16="http://schemas.microsoft.com/office/drawing/2014/main" id="{B3525E34-70EA-44E1-8FED-6D35963A97D0}"/>
              </a:ext>
            </a:extLst>
          </p:cNvPr>
          <p:cNvSpPr>
            <a:spLocks noGrp="1"/>
          </p:cNvSpPr>
          <p:nvPr>
            <p:ph type="pic" sz="quarter" idx="29" hasCustomPrompt="1"/>
          </p:nvPr>
        </p:nvSpPr>
        <p:spPr>
          <a:xfrm>
            <a:off x="6550152" y="2716512"/>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15" name="Subtitle Middle">
            <a:extLst>
              <a:ext uri="{FF2B5EF4-FFF2-40B4-BE49-F238E27FC236}">
                <a16:creationId xmlns:a16="http://schemas.microsoft.com/office/drawing/2014/main" id="{792A9CBD-D504-44CD-993E-28D5A82AB143}"/>
              </a:ext>
            </a:extLst>
          </p:cNvPr>
          <p:cNvSpPr>
            <a:spLocks noGrp="1"/>
          </p:cNvSpPr>
          <p:nvPr>
            <p:ph type="body" sz="quarter" idx="27" hasCustomPrompt="1"/>
          </p:nvPr>
        </p:nvSpPr>
        <p:spPr>
          <a:xfrm>
            <a:off x="7765773"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19" name="Text Placeholder 22">
            <a:extLst>
              <a:ext uri="{FF2B5EF4-FFF2-40B4-BE49-F238E27FC236}">
                <a16:creationId xmlns:a16="http://schemas.microsoft.com/office/drawing/2014/main" id="{9AD166B1-99E0-49B7-9424-A1B505123279}"/>
              </a:ext>
            </a:extLst>
          </p:cNvPr>
          <p:cNvSpPr>
            <a:spLocks noGrp="1"/>
          </p:cNvSpPr>
          <p:nvPr>
            <p:ph type="body" sz="quarter" idx="31" hasCustomPrompt="1"/>
          </p:nvPr>
        </p:nvSpPr>
        <p:spPr>
          <a:xfrm>
            <a:off x="7765773"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4" name="Picture Placeholder  Middle">
            <a:extLst>
              <a:ext uri="{FF2B5EF4-FFF2-40B4-BE49-F238E27FC236}">
                <a16:creationId xmlns:a16="http://schemas.microsoft.com/office/drawing/2014/main" id="{C87162C6-1D5F-4F74-AD00-7AF87B19835D}"/>
              </a:ext>
            </a:extLst>
          </p:cNvPr>
          <p:cNvSpPr>
            <a:spLocks noGrp="1"/>
          </p:cNvSpPr>
          <p:nvPr>
            <p:ph type="pic" sz="quarter" idx="36" hasCustomPrompt="1"/>
          </p:nvPr>
        </p:nvSpPr>
        <p:spPr>
          <a:xfrm>
            <a:off x="6547974" y="4154799"/>
            <a:ext cx="850392" cy="850392"/>
          </a:xfrm>
          <a:prstGeom prst="rect">
            <a:avLst/>
          </a:prstGeom>
        </p:spPr>
        <p:txBody>
          <a:bodyPr anchor="ctr">
            <a:normAutofit/>
          </a:bodyPr>
          <a:lstStyle>
            <a:lvl1pPr marL="0" indent="0" algn="ctr">
              <a:buNone/>
              <a:defRPr sz="1100"/>
            </a:lvl1pPr>
          </a:lstStyle>
          <a:p>
            <a:r>
              <a:rPr lang="en-US" dirty="0"/>
              <a:t>[Image] or remove and place icon here</a:t>
            </a:r>
          </a:p>
        </p:txBody>
      </p:sp>
      <p:sp>
        <p:nvSpPr>
          <p:cNvPr id="23" name="Subtitle Middle">
            <a:extLst>
              <a:ext uri="{FF2B5EF4-FFF2-40B4-BE49-F238E27FC236}">
                <a16:creationId xmlns:a16="http://schemas.microsoft.com/office/drawing/2014/main" id="{498C1007-D958-4823-AF07-A11D5ED562D1}"/>
              </a:ext>
            </a:extLst>
          </p:cNvPr>
          <p:cNvSpPr>
            <a:spLocks noGrp="1"/>
          </p:cNvSpPr>
          <p:nvPr>
            <p:ph type="body" sz="quarter" idx="35" hasCustomPrompt="1"/>
          </p:nvPr>
        </p:nvSpPr>
        <p:spPr>
          <a:xfrm>
            <a:off x="7763595"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dirty="0"/>
              <a:t>[Subtitle]</a:t>
            </a:r>
          </a:p>
        </p:txBody>
      </p:sp>
      <p:sp>
        <p:nvSpPr>
          <p:cNvPr id="25" name="Text Placeholder 22">
            <a:extLst>
              <a:ext uri="{FF2B5EF4-FFF2-40B4-BE49-F238E27FC236}">
                <a16:creationId xmlns:a16="http://schemas.microsoft.com/office/drawing/2014/main" id="{818AC8AF-5117-4C49-90A1-8427A7B5BDC7}"/>
              </a:ext>
            </a:extLst>
          </p:cNvPr>
          <p:cNvSpPr>
            <a:spLocks noGrp="1"/>
          </p:cNvSpPr>
          <p:nvPr>
            <p:ph type="body" sz="quarter" idx="37" hasCustomPrompt="1"/>
          </p:nvPr>
        </p:nvSpPr>
        <p:spPr>
          <a:xfrm>
            <a:off x="7763595"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000000"/>
                </a:solidFill>
                <a:effectLst/>
                <a:uLnTx/>
                <a:uFillTx/>
                <a:latin typeface="Arial"/>
                <a:ea typeface="+mn-ea"/>
                <a:cs typeface="+mn-cs"/>
              </a:rPr>
              <a:t>Third level</a:t>
            </a:r>
          </a:p>
        </p:txBody>
      </p:sp>
      <p:sp>
        <p:nvSpPr>
          <p:cNvPr id="27" name="Footnote">
            <a:extLst>
              <a:ext uri="{FF2B5EF4-FFF2-40B4-BE49-F238E27FC236}">
                <a16:creationId xmlns:a16="http://schemas.microsoft.com/office/drawing/2014/main" id="{0C1180AF-6FC1-48D4-9108-195B7C9E0F8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391691256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CHARTS</a:t>
            </a:r>
          </a:p>
        </p:txBody>
      </p:sp>
    </p:spTree>
    <p:extLst>
      <p:ext uri="{BB962C8B-B14F-4D97-AF65-F5344CB8AC3E}">
        <p14:creationId xmlns:p14="http://schemas.microsoft.com/office/powerpoint/2010/main" val="425811459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Chart/Table 1">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3F1773C-83CC-4DD7-8A63-A2D075CD08C5}"/>
              </a:ext>
            </a:extLst>
          </p:cNvPr>
          <p:cNvSpPr>
            <a:spLocks noGrp="1"/>
          </p:cNvSpPr>
          <p:nvPr>
            <p:ph type="ftr" sz="quarter" idx="35"/>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EAFD64F3-6468-4255-897C-C766A650F8BE}"/>
              </a:ext>
            </a:extLst>
          </p:cNvPr>
          <p:cNvSpPr>
            <a:spLocks noGrp="1"/>
          </p:cNvSpPr>
          <p:nvPr>
            <p:ph type="title" hasCustomPrompt="1"/>
          </p:nvPr>
        </p:nvSpPr>
        <p:spPr>
          <a:xfrm>
            <a:off x="567038" y="342900"/>
            <a:ext cx="5029200" cy="460551"/>
          </a:xfrm>
        </p:spPr>
        <p:txBody>
          <a:bodyPr/>
          <a:lstStyle>
            <a:lvl1pPr>
              <a:defRPr>
                <a:solidFill>
                  <a:schemeClr val="tx1"/>
                </a:solidFill>
              </a:defRPr>
            </a:lvl1pPr>
          </a:lstStyle>
          <a:p>
            <a:r>
              <a:rPr lang="en-US" dirty="0"/>
              <a:t>[Headline]</a:t>
            </a:r>
          </a:p>
        </p:txBody>
      </p:sp>
      <p:sp>
        <p:nvSpPr>
          <p:cNvPr id="13" name="Sub-headline">
            <a:extLst>
              <a:ext uri="{FF2B5EF4-FFF2-40B4-BE49-F238E27FC236}">
                <a16:creationId xmlns:a16="http://schemas.microsoft.com/office/drawing/2014/main" id="{F2F8395B-EC7C-49BC-8971-AA4EFB9AE789}"/>
              </a:ext>
            </a:extLst>
          </p:cNvPr>
          <p:cNvSpPr>
            <a:spLocks noGrp="1"/>
          </p:cNvSpPr>
          <p:nvPr>
            <p:ph type="body" sz="quarter" idx="18" hasCustomPrompt="1"/>
          </p:nvPr>
        </p:nvSpPr>
        <p:spPr>
          <a:xfrm>
            <a:off x="56692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dirty="0"/>
              <a:t>[Sub-headline]</a:t>
            </a:r>
          </a:p>
        </p:txBody>
      </p:sp>
      <p:sp>
        <p:nvSpPr>
          <p:cNvPr id="12" name="Content Placeholder 2">
            <a:extLst>
              <a:ext uri="{FF2B5EF4-FFF2-40B4-BE49-F238E27FC236}">
                <a16:creationId xmlns:a16="http://schemas.microsoft.com/office/drawing/2014/main" id="{4AB153EC-A950-47EE-AB73-6EB5E4AEFEEB}"/>
              </a:ext>
            </a:extLst>
          </p:cNvPr>
          <p:cNvSpPr>
            <a:spLocks noGrp="1"/>
          </p:cNvSpPr>
          <p:nvPr>
            <p:ph sz="quarter" idx="36" hasCustomPrompt="1"/>
          </p:nvPr>
        </p:nvSpPr>
        <p:spPr>
          <a:xfrm>
            <a:off x="567038" y="1257300"/>
            <a:ext cx="5029200" cy="4343398"/>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7">
            <a:extLst>
              <a:ext uri="{FF2B5EF4-FFF2-40B4-BE49-F238E27FC236}">
                <a16:creationId xmlns:a16="http://schemas.microsoft.com/office/drawing/2014/main" id="{3D88D426-7BF0-4172-85D4-A6B8E9C24743}"/>
              </a:ext>
            </a:extLst>
          </p:cNvPr>
          <p:cNvSpPr>
            <a:spLocks noGrp="1"/>
          </p:cNvSpPr>
          <p:nvPr>
            <p:ph sz="quarter" idx="15" hasCustomPrompt="1"/>
          </p:nvPr>
        </p:nvSpPr>
        <p:spPr>
          <a:xfrm>
            <a:off x="6607174" y="342900"/>
            <a:ext cx="5027613" cy="5257800"/>
          </a:xfrm>
          <a:prstGeom prst="rect">
            <a:avLst/>
          </a:prstGeom>
        </p:spPr>
        <p:txBody>
          <a:bodyPr anchor="ctr"/>
          <a:lstStyle>
            <a:lvl1pPr marL="0" indent="0" algn="ctr">
              <a:buNone/>
              <a:defRPr/>
            </a:lvl1pPr>
          </a:lstStyle>
          <a:p>
            <a:pPr lvl="0"/>
            <a:r>
              <a:rPr lang="en-US" dirty="0"/>
              <a:t>[Click respective icon to insert CHART or TABLE </a:t>
            </a:r>
            <a:br>
              <a:rPr lang="en-US" dirty="0"/>
            </a:br>
            <a:r>
              <a:rPr lang="en-US" dirty="0"/>
              <a:t>– not text]</a:t>
            </a:r>
          </a:p>
        </p:txBody>
      </p:sp>
      <p:sp>
        <p:nvSpPr>
          <p:cNvPr id="11" name="Footnote">
            <a:extLst>
              <a:ext uri="{FF2B5EF4-FFF2-40B4-BE49-F238E27FC236}">
                <a16:creationId xmlns:a16="http://schemas.microsoft.com/office/drawing/2014/main" id="{E0FEE6F1-5ED6-4155-AB7C-9001D5E5229F}"/>
              </a:ext>
            </a:extLst>
          </p:cNvPr>
          <p:cNvSpPr>
            <a:spLocks noGrp="1"/>
          </p:cNvSpPr>
          <p:nvPr>
            <p:ph type="body" sz="quarter" idx="37"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3054613818"/>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hart - Horizontal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dirty="0"/>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F825584D-1BC8-446F-BB3F-0C023D59BA81}"/>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6FA2FA71-8E88-4D67-B89E-0764EEEBCB2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4691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dirty="0"/>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8" y="2286176"/>
            <a:ext cx="11067749" cy="3309952"/>
          </a:xfrm>
        </p:spPr>
        <p:txBody>
          <a:bodyPr anchor="ctr"/>
          <a:lstStyle>
            <a:lvl1pPr marL="0" indent="0" algn="ctr">
              <a:buNone/>
              <a:defRPr/>
            </a:lvl1pPr>
            <a:lvl2pPr marL="169863" indent="0">
              <a:buNone/>
              <a:defRPr/>
            </a:lvl2pPr>
          </a:lstStyle>
          <a:p>
            <a:pPr lvl="0"/>
            <a:r>
              <a:rPr lang="en-US" dirty="0"/>
              <a:t>[Click respective icon to add CHART or TABLE – not text]</a:t>
            </a:r>
          </a:p>
        </p:txBody>
      </p:sp>
      <p:sp>
        <p:nvSpPr>
          <p:cNvPr id="13" name="Footnote">
            <a:extLst>
              <a:ext uri="{FF2B5EF4-FFF2-40B4-BE49-F238E27FC236}">
                <a16:creationId xmlns:a16="http://schemas.microsoft.com/office/drawing/2014/main" id="{5E1F8941-2DB1-43B3-A8B3-04F898C347B0}"/>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2299031544"/>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 Statement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dirty="0"/>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EC86FBA1-A5CB-4CA3-86CA-543F3C5C62AB}"/>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8" name="Sub-headline">
            <a:extLst>
              <a:ext uri="{FF2B5EF4-FFF2-40B4-BE49-F238E27FC236}">
                <a16:creationId xmlns:a16="http://schemas.microsoft.com/office/drawing/2014/main" id="{7A70C313-1E6D-4772-BFC4-2550335AB35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33472"/>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dirty="0"/>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9" y="2286000"/>
            <a:ext cx="5528962" cy="3310128"/>
          </a:xfrm>
        </p:spPr>
        <p:txBody>
          <a:bodyPr anchor="ctr"/>
          <a:lstStyle>
            <a:lvl1pPr marL="0" indent="0" algn="ctr">
              <a:buNone/>
              <a:defRPr/>
            </a:lvl1pPr>
            <a:lvl2pPr marL="169863" indent="0">
              <a:buNone/>
              <a:defRPr/>
            </a:lvl2pPr>
          </a:lstStyle>
          <a:p>
            <a:pPr lvl="0"/>
            <a:r>
              <a:rPr lang="en-US" dirty="0"/>
              <a:t>[Click respective icon to add CHART or TABLE – not text]</a:t>
            </a:r>
          </a:p>
        </p:txBody>
      </p:sp>
      <p:sp>
        <p:nvSpPr>
          <p:cNvPr id="13" name="Footnote">
            <a:extLst>
              <a:ext uri="{FF2B5EF4-FFF2-40B4-BE49-F238E27FC236}">
                <a16:creationId xmlns:a16="http://schemas.microsoft.com/office/drawing/2014/main" id="{0D3DA49E-6BCF-4AC4-B935-9372CF029C86}"/>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6607176" y="2286000"/>
            <a:ext cx="5027614" cy="3310128"/>
          </a:xfrm>
        </p:spPr>
        <p:txBody>
          <a:bodyPr/>
          <a:lstStyle>
            <a:lvl1pPr>
              <a:defRPr sz="1200"/>
            </a:lvl1pPr>
            <a:lvl2pPr>
              <a:defRPr sz="1200"/>
            </a:lvl2pPr>
            <a:lvl3pPr>
              <a:defRPr sz="1200"/>
            </a:lvl3pPr>
            <a:lvl4pPr>
              <a:defRPr sz="1200"/>
            </a:lvl4pPr>
            <a:lvl5pPr>
              <a:defRPr sz="12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46454262"/>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 Statement 3">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dirty="0"/>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dirty="0"/>
          </a:p>
        </p:txBody>
      </p:sp>
      <p:sp>
        <p:nvSpPr>
          <p:cNvPr id="14" name="Title 6">
            <a:extLst>
              <a:ext uri="{FF2B5EF4-FFF2-40B4-BE49-F238E27FC236}">
                <a16:creationId xmlns:a16="http://schemas.microsoft.com/office/drawing/2014/main" id="{6D4F9971-BA27-4DF9-9670-81370BC41F18}"/>
              </a:ext>
            </a:extLst>
          </p:cNvPr>
          <p:cNvSpPr>
            <a:spLocks noGrp="1"/>
          </p:cNvSpPr>
          <p:nvPr>
            <p:ph type="title" hasCustomPrompt="1"/>
          </p:nvPr>
        </p:nvSpPr>
        <p:spPr>
          <a:xfrm>
            <a:off x="567039" y="342900"/>
            <a:ext cx="11062709" cy="460551"/>
          </a:xfrm>
        </p:spPr>
        <p:txBody>
          <a:bodyPr/>
          <a:lstStyle/>
          <a:p>
            <a:r>
              <a:rPr lang="en-US" dirty="0"/>
              <a:t>[Headline]</a:t>
            </a:r>
          </a:p>
        </p:txBody>
      </p:sp>
      <p:sp>
        <p:nvSpPr>
          <p:cNvPr id="17" name="Sub-headline">
            <a:extLst>
              <a:ext uri="{FF2B5EF4-FFF2-40B4-BE49-F238E27FC236}">
                <a16:creationId xmlns:a16="http://schemas.microsoft.com/office/drawing/2014/main" id="{D4ED6766-5856-43C2-97F7-01E8EBA9AD1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5029200" cy="138077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dirty="0"/>
              <a:t>[Click to add statement]</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567038" y="2828182"/>
            <a:ext cx="5029200" cy="2772518"/>
          </a:xfrm>
        </p:spPr>
        <p:txBody>
          <a:bodyPr/>
          <a:lstStyle>
            <a:lvl1pPr>
              <a:defRPr sz="1200"/>
            </a:lvl1pPr>
            <a:lvl2pPr>
              <a:defRPr sz="1200"/>
            </a:lvl2pPr>
            <a:lvl3pPr>
              <a:defRPr sz="1200"/>
            </a:lvl3pPr>
            <a:lvl4pPr>
              <a:defRPr sz="1200"/>
            </a:lvl4pPr>
            <a:lvl5pPr>
              <a:defRPr sz="12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6607175" y="1261872"/>
            <a:ext cx="5024651" cy="4937760"/>
          </a:xfrm>
          <a:noFill/>
        </p:spPr>
        <p:txBody>
          <a:bodyPr anchor="ctr"/>
          <a:lstStyle>
            <a:lvl1pPr marL="0" indent="0" algn="ctr">
              <a:buNone/>
              <a:defRPr/>
            </a:lvl1pPr>
            <a:lvl2pPr marL="169863" indent="0">
              <a:buNone/>
              <a:defRPr/>
            </a:lvl2pPr>
          </a:lstStyle>
          <a:p>
            <a:pPr lvl="0"/>
            <a:r>
              <a:rPr lang="en-US" dirty="0"/>
              <a:t>[Click respective icon to add CHART or TABLE </a:t>
            </a:r>
            <a:br>
              <a:rPr lang="en-US" dirty="0"/>
            </a:br>
            <a:r>
              <a:rPr lang="en-US" dirty="0"/>
              <a:t>– not text]</a:t>
            </a:r>
          </a:p>
        </p:txBody>
      </p:sp>
      <p:sp>
        <p:nvSpPr>
          <p:cNvPr id="16" name="Footnote">
            <a:extLst>
              <a:ext uri="{FF2B5EF4-FFF2-40B4-BE49-F238E27FC236}">
                <a16:creationId xmlns:a16="http://schemas.microsoft.com/office/drawing/2014/main" id="{49C5F243-305C-4A83-8B6C-457510264654}"/>
              </a:ext>
            </a:extLst>
          </p:cNvPr>
          <p:cNvSpPr>
            <a:spLocks noGrp="1"/>
          </p:cNvSpPr>
          <p:nvPr>
            <p:ph type="body" sz="quarter" idx="21"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60049969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0" b="1" dirty="0">
                <a:solidFill>
                  <a:schemeClr val="tx1"/>
                </a:solidFill>
              </a:rPr>
              <a:t>STATEMENTS</a:t>
            </a:r>
          </a:p>
        </p:txBody>
      </p:sp>
    </p:spTree>
    <p:extLst>
      <p:ext uri="{BB962C8B-B14F-4D97-AF65-F5344CB8AC3E}">
        <p14:creationId xmlns:p14="http://schemas.microsoft.com/office/powerpoint/2010/main" val="3521994811"/>
      </p:ext>
    </p:extLst>
  </p:cSld>
  <p:clrMapOvr>
    <a:masterClrMapping/>
  </p:clrMapOvr>
</p:sldLayout>
</file>

<file path=ppt/slideLayouts/slideLayout26.xml><?xml version="1.0" encoding="UTF-8" standalone="yes"?>
<p:sldLayout xmlns:a="http://schemas.openxmlformats.org/drawingml/2006/main" xmlns:r="http://schemas.openxmlformats.org/officeDocument/2006/relationships" xmlns:p="http://schemas.openxmlformats.org/presentationml/2006/main" preserve="1" userDrawn="1"><p:cSld name="Statement Photo"><p:spTree><p:nvGrpSpPr><p:cNvPr id="1" name=""/><p:cNvGrpSpPr/><p:nvPr/></p:nvGrpSpPr><p:grpSpPr><a:xfrm><a:off x="0" y="0"/><a:ext cx="0" cy="0"/><a:chOff x="0" y="0"/><a:chExt cx="0" cy="0"/></a:xfrm></p:grpSpPr><p:sp><p:nvSpPr><p:cNvPr id="5" name="Slide Number Placeholder 4"><a:extLst><a:ext uri="{FF2B5EF4-FFF2-40B4-BE49-F238E27FC236}"><a16:creationId xmlns:a16="http://schemas.microsoft.com/office/drawing/2014/main" id="{3FAE9242-AE57-42CB-99F5-9AFC9B96251A}"/></a:ext></a:extLst></p:cNvPr><p:cNvSpPr><a:spLocks noGrp="1"/></p:cNvSpPr><p:nvPr><p:ph type="sldNum" sz="quarter" idx="12"/></p:nvPr></p:nvSpPr><p:spPr/><p:txBody><a:bodyPr/><a:lstStyle><a:lvl1pPr><a:defRPr><a:solidFill><a:schemeClr val="bg1"/></a:solidFill></a:defRPr></a:lvl1pPr></a:lstStyle><a:p><a:fld id="{5CFA18E4-D58E-4B28-B105-28D9665A8EBC}" type="slidenum"><a:rPr lang="en-US" smtClean="0"/><a:pPr/><a:t>‹#›</a:t></a:fld><a:endParaRPr lang="en-US" dirty="0"/></a:p></p:txBody></p:sp><p:sp><p:nvSpPr><p:cNvPr id="8" name="Picture Placeholder 7"><a:extLst><a:ext uri="{FF2B5EF4-FFF2-40B4-BE49-F238E27FC236}"><a16:creationId xmlns:a16="http://schemas.microsoft.com/office/drawing/2014/main" id="{BF7B47CD-8901-46EE-AB48-D0A3C468D400}"/></a:ext><a:ext uri="{C183D7F6-B498-43B3-948B-1728B52AA6E4}"><adec:decorative xmlns:adec="http://schemas.microsoft.com/office/drawing/2017/decorative" val="0"/></a:ext></a:extLst></p:cNvPr><p:cNvSpPr><a:spLocks noGrp="1"/></p:cNvSpPr><p:nvPr><p:ph type="pic" sz="quarter" idx="13" hasCustomPrompt="1"/></p:nvPr></p:nvSpPr><p:spPr><a:xfrm><a:off x="0" y="0"/><a:ext cx="12192000" cy="6858000"/></a:xfrm><a:prstGeom prst="rect"><a:avLst/></a:prstGeom><a:stretch><a:fillRect/></a:stretch></p:blipFill><p:spPr><a:xfrm><a:off x="573308" y="6390576"/><a:ext cx="762002" cy="365761"/></a:xfrm><a:prstGeom prst="rect"><a:avLst/></a:prstGeom></p:spPr></p:pic></p:spTree><p:extLst><p:ext uri="{BB962C8B-B14F-4D97-AF65-F5344CB8AC3E}"><p14:creationId xmlns:p14="http://schemas.microsoft.com/office/powerpoint/2010/main" val="56521050"/></p:ext></p:extLst></p:cSld><p:clrMapOvr><a:masterClrMapping/></p:clrMapOvr></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tatement Black">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dirty="0"/>
              <a:t>[Add statement]</a:t>
            </a:r>
          </a:p>
        </p:txBody>
      </p:sp>
      <p:sp>
        <p:nvSpPr>
          <p:cNvPr id="64" name="Rectangle 63">
            <a:extLst>
              <a:ext uri="{FF2B5EF4-FFF2-40B4-BE49-F238E27FC236}">
                <a16:creationId xmlns:a16="http://schemas.microsoft.com/office/drawing/2014/main" id="{0AF2750B-AD6E-4AB7-BC8F-49A352652125}"/>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Tree>
    <p:extLst>
      <p:ext uri="{BB962C8B-B14F-4D97-AF65-F5344CB8AC3E}">
        <p14:creationId xmlns:p14="http://schemas.microsoft.com/office/powerpoint/2010/main" val="2574927552"/>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tatement White">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11" name="Text Placeholder 6">
            <a:extLst>
              <a:ext uri="{FF2B5EF4-FFF2-40B4-BE49-F238E27FC236}">
                <a16:creationId xmlns:a16="http://schemas.microsoft.com/office/drawing/2014/main" id="{E728C08C-0481-418C-8998-03197761BCAE}"/>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dirty="0"/>
              <a:t>[Add statement]</a:t>
            </a:r>
          </a:p>
        </p:txBody>
      </p:sp>
    </p:spTree>
    <p:extLst>
      <p:ext uri="{BB962C8B-B14F-4D97-AF65-F5344CB8AC3E}">
        <p14:creationId xmlns:p14="http://schemas.microsoft.com/office/powerpoint/2010/main" val="4027313836"/>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DIVIDERS</a:t>
            </a:r>
          </a:p>
        </p:txBody>
      </p:sp>
    </p:spTree>
    <p:extLst>
      <p:ext uri="{BB962C8B-B14F-4D97-AF65-F5344CB8AC3E}">
        <p14:creationId xmlns:p14="http://schemas.microsoft.com/office/powerpoint/2010/main" val="369888862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9B2BB06-A918-4461-A3C3-E0F62881116D}"/>
              </a:ext>
            </a:extLst>
          </p:cNvPr>
          <p:cNvSpPr>
            <a:spLocks noGrp="1"/>
          </p:cNvSpPr>
          <p:nvPr>
            <p:ph type="ftr" sz="quarter" idx="16"/>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CFA18E4-D58E-4B28-B105-28D9665A8EBC}" type="slidenum">
              <a:rPr lang="en-US" smtClean="0"/>
              <a:t>‹#›</a:t>
            </a:fld>
            <a:endParaRPr lang="en-US" dirty="0"/>
          </a:p>
        </p:txBody>
      </p:sp>
      <p:sp>
        <p:nvSpPr>
          <p:cNvPr id="68" name="Title 1">
            <a:extLst>
              <a:ext uri="{FF2B5EF4-FFF2-40B4-BE49-F238E27FC236}">
                <a16:creationId xmlns:a16="http://schemas.microsoft.com/office/drawing/2014/main" id="{64E68955-1F47-48A6-A186-3CE836A9C055}"/>
              </a:ext>
            </a:extLst>
          </p:cNvPr>
          <p:cNvSpPr>
            <a:spLocks noGrp="1"/>
          </p:cNvSpPr>
          <p:nvPr>
            <p:ph type="title" hasCustomPrompt="1"/>
          </p:nvPr>
        </p:nvSpPr>
        <p:spPr>
          <a:xfrm>
            <a:off x="558798" y="456344"/>
            <a:ext cx="5214685" cy="4768897"/>
          </a:xfrm>
          <a:prstGeom prst="rect">
            <a:avLst/>
          </a:prstGeom>
        </p:spPr>
        <p:txBody>
          <a:bodyPr anchor="ctr">
            <a:normAutofit/>
          </a:bodyPr>
          <a:lstStyle>
            <a:lvl1pPr>
              <a:defRPr sz="4000"/>
            </a:lvl1pPr>
          </a:lstStyle>
          <a:p>
            <a:r>
              <a:rPr lang="en-US" dirty="0"/>
              <a:t>[Add divider slide title]</a:t>
            </a:r>
          </a:p>
        </p:txBody>
      </p:sp>
      <p:sp>
        <p:nvSpPr>
          <p:cNvPr id="8" name="Text Placeholder 6">
            <a:extLst>
              <a:ext uri="{FF2B5EF4-FFF2-40B4-BE49-F238E27FC236}">
                <a16:creationId xmlns:a16="http://schemas.microsoft.com/office/drawing/2014/main" id="{D2621E20-CD29-4C8E-8931-671EA0A0A209}"/>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70" name="Picture Placeholder 6">
            <a:extLst>
              <a:ext uri="{FF2B5EF4-FFF2-40B4-BE49-F238E27FC236}">
                <a16:creationId xmlns:a16="http://schemas.microsoft.com/office/drawing/2014/main" id="{398B8C0B-A3E4-4E75-AED3-0E66FE4C8A90}"/>
              </a:ext>
            </a:extLst>
          </p:cNvPr>
          <p:cNvSpPr>
            <a:spLocks noGrp="1"/>
          </p:cNvSpPr>
          <p:nvPr>
            <p:ph type="pic" sz="quarter" idx="15" hasCustomPrompt="1"/>
          </p:nvPr>
        </p:nvSpPr>
        <p:spPr>
          <a:xfrm>
            <a:off x="6098117" y="479784"/>
            <a:ext cx="6093883" cy="5557838"/>
          </a:xfrm>
          <a:prstGeom prst="rect">
            <a:avLst/>
          </a:prstGeom>
        </p:spPr>
        <p:txBody>
          <a:bodyPr anchor="ctr"/>
          <a:lstStyle>
            <a:lvl1pPr marL="0" indent="0" algn="ctr">
              <a:buNone/>
              <a:defRPr/>
            </a:lvl1pPr>
          </a:lstStyle>
          <a:p>
            <a:r>
              <a:rPr lang="en-US" dirty="0"/>
              <a:t>[Insert photo]</a:t>
            </a:r>
          </a:p>
        </p:txBody>
      </p:sp>
      <p:sp>
        <p:nvSpPr>
          <p:cNvPr id="121" name="Rectangle 120">
            <a:extLst>
              <a:ext uri="{FF2B5EF4-FFF2-40B4-BE49-F238E27FC236}">
                <a16:creationId xmlns:a16="http://schemas.microsoft.com/office/drawing/2014/main" id="{7387A807-7D19-4269-A6EC-9BCB2336139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Tree>
    <p:extLst>
      <p:ext uri="{BB962C8B-B14F-4D97-AF65-F5344CB8AC3E}">
        <p14:creationId xmlns:p14="http://schemas.microsoft.com/office/powerpoint/2010/main" val="8551228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Divider 4 Photo">
    <p:bg>
      <p:bgPr>
        <a:solidFill>
          <a:schemeClr val="accent5"/>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B1A11F5-24CC-4F34-844F-F61047D8B1E6}"/>
              </a:ext>
            </a:extLst>
          </p:cNvPr>
          <p:cNvSpPr>
            <a:spLocks noGrp="1"/>
          </p:cNvSpPr>
          <p:nvPr>
            <p:ph type="ftr" sz="quarter" idx="16"/>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62" name="Title 1">
            <a:extLst>
              <a:ext uri="{FF2B5EF4-FFF2-40B4-BE49-F238E27FC236}">
                <a16:creationId xmlns:a16="http://schemas.microsoft.com/office/drawing/2014/main" id="{004B315D-93E5-4AEB-A2B1-CBCD42F25624}"/>
              </a:ext>
            </a:extLst>
          </p:cNvPr>
          <p:cNvSpPr>
            <a:spLocks noGrp="1"/>
          </p:cNvSpPr>
          <p:nvPr>
            <p:ph type="title" hasCustomPrompt="1"/>
          </p:nvPr>
        </p:nvSpPr>
        <p:spPr>
          <a:xfrm>
            <a:off x="558798" y="456343"/>
            <a:ext cx="5214685" cy="4768897"/>
          </a:xfrm>
          <a:prstGeom prst="rect">
            <a:avLst/>
          </a:prstGeom>
        </p:spPr>
        <p:txBody>
          <a:bodyPr anchor="ctr">
            <a:normAutofit/>
          </a:bodyPr>
          <a:lstStyle>
            <a:lvl1pPr>
              <a:defRPr sz="4000"/>
            </a:lvl1pPr>
          </a:lstStyle>
          <a:p>
            <a:r>
              <a:rPr lang="en-US" dirty="0"/>
              <a:t>[Add divider slide title]</a:t>
            </a:r>
          </a:p>
        </p:txBody>
      </p:sp>
      <p:sp>
        <p:nvSpPr>
          <p:cNvPr id="8" name="Text Placeholder 6">
            <a:extLst>
              <a:ext uri="{FF2B5EF4-FFF2-40B4-BE49-F238E27FC236}">
                <a16:creationId xmlns:a16="http://schemas.microsoft.com/office/drawing/2014/main" id="{794C1205-987F-4989-B4B0-84F9B893104F}"/>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64" name="Picture Placeholder 6">
            <a:extLst>
              <a:ext uri="{FF2B5EF4-FFF2-40B4-BE49-F238E27FC236}">
                <a16:creationId xmlns:a16="http://schemas.microsoft.com/office/drawing/2014/main" id="{D89211C8-4F78-4574-8F29-4EF3145B98B7}"/>
              </a:ext>
            </a:extLst>
          </p:cNvPr>
          <p:cNvSpPr>
            <a:spLocks noGrp="1"/>
          </p:cNvSpPr>
          <p:nvPr>
            <p:ph type="pic" sz="quarter" idx="15" hasCustomPrompt="1"/>
          </p:nvPr>
        </p:nvSpPr>
        <p:spPr>
          <a:xfrm>
            <a:off x="6098117" y="479784"/>
            <a:ext cx="6093883" cy="5557838"/>
          </a:xfrm>
          <a:prstGeom prst="rect">
            <a:avLst/>
          </a:prstGeom>
        </p:spPr>
        <p:txBody>
          <a:bodyPr anchor="ctr"/>
          <a:lstStyle>
            <a:lvl1pPr marL="0" indent="0" algn="ctr">
              <a:buNone/>
              <a:defRPr/>
            </a:lvl1pPr>
          </a:lstStyle>
          <a:p>
            <a:r>
              <a:rPr lang="en-US" dirty="0"/>
              <a:t>[Insert photo]</a:t>
            </a:r>
          </a:p>
        </p:txBody>
      </p:sp>
      <p:sp>
        <p:nvSpPr>
          <p:cNvPr id="61" name="Rectangle 60">
            <a:extLst>
              <a:ext uri="{FF2B5EF4-FFF2-40B4-BE49-F238E27FC236}">
                <a16:creationId xmlns:a16="http://schemas.microsoft.com/office/drawing/2014/main" id="{A59E951D-F3DE-46AE-984E-2C735163DA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Tree>
    <p:extLst>
      <p:ext uri="{BB962C8B-B14F-4D97-AF65-F5344CB8AC3E}">
        <p14:creationId xmlns:p14="http://schemas.microsoft.com/office/powerpoint/2010/main" val="36040326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ivider 1">
    <p:bg>
      <p:bgRef idx="1001">
        <a:schemeClr val="bg1"/>
      </p:bgRef>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21" name="Title 1">
            <a:extLst>
              <a:ext uri="{FF2B5EF4-FFF2-40B4-BE49-F238E27FC236}">
                <a16:creationId xmlns:a16="http://schemas.microsoft.com/office/drawing/2014/main" id="{CC1BE429-C3BF-4A3B-ABAB-1DEBDFEA64A1}"/>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dirty="0"/>
              <a:t>[Add divider slide title]</a:t>
            </a:r>
          </a:p>
        </p:txBody>
      </p:sp>
      <p:sp>
        <p:nvSpPr>
          <p:cNvPr id="8" name="Text Placeholder 6">
            <a:extLst>
              <a:ext uri="{FF2B5EF4-FFF2-40B4-BE49-F238E27FC236}">
                <a16:creationId xmlns:a16="http://schemas.microsoft.com/office/drawing/2014/main" id="{BFDBA538-CF34-4648-8EE0-7F62FCB87133}"/>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22" name="Text Placeholder 6">
            <a:extLst>
              <a:ext uri="{FF2B5EF4-FFF2-40B4-BE49-F238E27FC236}">
                <a16:creationId xmlns:a16="http://schemas.microsoft.com/office/drawing/2014/main" id="{DEBE0202-C83B-4CDF-99B4-51D3CE5F8F85}"/>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dirty="0"/>
              <a:t>[Click to add text]</a:t>
            </a:r>
          </a:p>
        </p:txBody>
      </p:sp>
    </p:spTree>
    <p:extLst>
      <p:ext uri="{BB962C8B-B14F-4D97-AF65-F5344CB8AC3E}">
        <p14:creationId xmlns:p14="http://schemas.microsoft.com/office/powerpoint/2010/main" val="18575191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3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9" name="Title 1">
            <a:extLst>
              <a:ext uri="{FF2B5EF4-FFF2-40B4-BE49-F238E27FC236}">
                <a16:creationId xmlns:a16="http://schemas.microsoft.com/office/drawing/2014/main" id="{E30EE35D-B2D5-4830-B369-B5A8238119AC}"/>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dirty="0"/>
              <a:t>[Add divider slide title]</a:t>
            </a:r>
          </a:p>
        </p:txBody>
      </p:sp>
      <p:sp>
        <p:nvSpPr>
          <p:cNvPr id="11" name="Text Placeholder 6">
            <a:extLst>
              <a:ext uri="{FF2B5EF4-FFF2-40B4-BE49-F238E27FC236}">
                <a16:creationId xmlns:a16="http://schemas.microsoft.com/office/drawing/2014/main" id="{1512F92D-B39B-4FD8-861D-DD5F814885B6}"/>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Presenter First and Last Name]</a:t>
            </a:r>
            <a:br>
              <a:rPr lang="en-US" dirty="0"/>
            </a:br>
            <a:r>
              <a:rPr lang="en-US" dirty="0"/>
              <a:t>[Optional, Presenter First and Last Name]</a:t>
            </a:r>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dirty="0"/>
              <a:t>[Click to add text]</a:t>
            </a:r>
          </a:p>
        </p:txBody>
      </p:sp>
      <p:sp>
        <p:nvSpPr>
          <p:cNvPr id="62" name="Rectangle 61">
            <a:extLst>
              <a:ext uri="{FF2B5EF4-FFF2-40B4-BE49-F238E27FC236}">
                <a16:creationId xmlns:a16="http://schemas.microsoft.com/office/drawing/2014/main" id="{B06DD8B7-FA4D-4FA7-93BB-F640355701C6}"/>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Tree>
    <p:extLst>
      <p:ext uri="{BB962C8B-B14F-4D97-AF65-F5344CB8AC3E}">
        <p14:creationId xmlns:p14="http://schemas.microsoft.com/office/powerpoint/2010/main" val="20287835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8800" b="1" dirty="0">
                <a:solidFill>
                  <a:schemeClr val="tx1"/>
                </a:solidFill>
              </a:rPr>
              <a:t>These layouts for Heritage </a:t>
            </a:r>
            <a:br>
              <a:rPr lang="en-US" sz="8800" b="1" dirty="0">
                <a:solidFill>
                  <a:schemeClr val="tx1"/>
                </a:solidFill>
              </a:rPr>
            </a:br>
            <a:r>
              <a:rPr lang="en-US" sz="8800" b="1" dirty="0">
                <a:solidFill>
                  <a:schemeClr val="tx1"/>
                </a:solidFill>
              </a:rPr>
              <a:t>IHS Markit </a:t>
            </a:r>
          </a:p>
          <a:p>
            <a:pPr algn="ctr"/>
            <a:r>
              <a:rPr lang="en-US" sz="8800" b="1" dirty="0">
                <a:solidFill>
                  <a:schemeClr val="tx1"/>
                </a:solidFill>
              </a:rPr>
              <a:t>PPT reports only</a:t>
            </a:r>
          </a:p>
        </p:txBody>
      </p:sp>
    </p:spTree>
    <p:extLst>
      <p:ext uri="{BB962C8B-B14F-4D97-AF65-F5344CB8AC3E}">
        <p14:creationId xmlns:p14="http://schemas.microsoft.com/office/powerpoint/2010/main" val="7057110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A10638-F8C8-460B-BF8F-560536AE12C9}"/>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4" name="Sub-headline">
            <a:extLst>
              <a:ext uri="{FF2B5EF4-FFF2-40B4-BE49-F238E27FC236}">
                <a16:creationId xmlns:a16="http://schemas.microsoft.com/office/drawing/2014/main" id="{7FD28A21-9996-4A7D-92D3-5150F7C775E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66746"/>
            <a:ext cx="11064240"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note">
            <a:extLst>
              <a:ext uri="{FF2B5EF4-FFF2-40B4-BE49-F238E27FC236}">
                <a16:creationId xmlns:a16="http://schemas.microsoft.com/office/drawing/2014/main" id="{5197417C-C410-43F1-9B2C-D847D35740A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4034478303"/>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ree Placeholders 1">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4647B6-122D-44F9-8D7F-50F8A7ACC9B7}"/>
              </a:ext>
            </a:extLst>
          </p:cNvPr>
          <p:cNvSpPr>
            <a:spLocks noGrp="1"/>
          </p:cNvSpPr>
          <p:nvPr>
            <p:ph type="ftr" sz="quarter" idx="21"/>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DE438935-9E2D-4AE3-9F3D-D5F3BB7EB9D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1" y="1257299"/>
            <a:ext cx="333756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4428715" y="1257299"/>
            <a:ext cx="333756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8293719" y="1257299"/>
            <a:ext cx="3337560"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A14DB3E1-6D55-4844-83B1-91565767B00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467079774"/>
      </p:ext>
    </p:extLst>
  </p:cSld>
  <p:clrMapOvr>
    <a:masterClrMapping/>
  </p:clrMapOvr>
  <p:extLst>
    <p:ext uri="{DCECCB84-F9BA-43D5-87BE-67443E8EF086}">
      <p15:sldGuideLst xmlns:p15="http://schemas.microsoft.com/office/powerpoint/2012/main">
        <p15:guide id="5" orient="horz" pos="792" userDrawn="1">
          <p15:clr>
            <a:srgbClr val="FBAE40"/>
          </p15:clr>
        </p15:guide>
        <p15:guide id="6" orient="horz" pos="3528"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ree Placeholders 2">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34465B-44AB-421E-BC47-0D67C004C087}"/>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2ECAC461-FE4E-4AB6-AB93-3D153F6E59A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3772" cy="434340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8503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note">
            <a:extLst>
              <a:ext uri="{FF2B5EF4-FFF2-40B4-BE49-F238E27FC236}">
                <a16:creationId xmlns:a16="http://schemas.microsoft.com/office/drawing/2014/main" id="{F9E2DB8B-6E97-4FE5-BF0C-EF72C02F057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270346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Placeholders 3">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C6180C9-13C1-4554-989B-D2FCC7C65C17}"/>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5" name="Sub-headline">
            <a:extLst>
              <a:ext uri="{FF2B5EF4-FFF2-40B4-BE49-F238E27FC236}">
                <a16:creationId xmlns:a16="http://schemas.microsoft.com/office/drawing/2014/main" id="{5CEC3D32-DE73-4338-BFCC-E7BDCD2C2A3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11064240"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Footnote">
            <a:extLst>
              <a:ext uri="{FF2B5EF4-FFF2-40B4-BE49-F238E27FC236}">
                <a16:creationId xmlns:a16="http://schemas.microsoft.com/office/drawing/2014/main" id="{7206E27B-EDA8-4480-A52B-C084CF0D579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322608800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our Placeholder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3664AE1-F712-4056-96F2-627ACD75D8AB}"/>
              </a:ext>
            </a:extLst>
          </p:cNvPr>
          <p:cNvSpPr>
            <a:spLocks noGrp="1"/>
          </p:cNvSpPr>
          <p:nvPr>
            <p:ph type="ftr" sz="quarter" idx="35"/>
          </p:nvPr>
        </p:nvSpPr>
        <p:spPr/>
        <p:txBody>
          <a:bodyPr/>
          <a:lstStyle/>
          <a:p>
            <a:r>
              <a:rPr lang="en-US" dirty="0"/>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dirty="0"/>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dirty="0"/>
              <a:t>[Headline]</a:t>
            </a:r>
          </a:p>
        </p:txBody>
      </p:sp>
      <p:sp>
        <p:nvSpPr>
          <p:cNvPr id="16" name="Sub-headline">
            <a:extLst>
              <a:ext uri="{FF2B5EF4-FFF2-40B4-BE49-F238E27FC236}">
                <a16:creationId xmlns:a16="http://schemas.microsoft.com/office/drawing/2014/main" id="{F346F33D-2E31-4707-AF32-FF8FAE8A45A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dirty="0"/>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74313"/>
            <a:ext cx="5285232" cy="1920240"/>
          </a:xfrm>
        </p:spPr>
        <p:txBody>
          <a:body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Footnote">
            <a:extLst>
              <a:ext uri="{FF2B5EF4-FFF2-40B4-BE49-F238E27FC236}">
                <a16:creationId xmlns:a16="http://schemas.microsoft.com/office/drawing/2014/main" id="{B09D4A4B-356B-4A62-9288-4627B8B3C318}"/>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dirty="0"/>
              <a:t>[Source / Legal disclaimer / Footnote]</a:t>
            </a:r>
          </a:p>
        </p:txBody>
      </p:sp>
    </p:spTree>
    <p:extLst>
      <p:ext uri="{BB962C8B-B14F-4D97-AF65-F5344CB8AC3E}">
        <p14:creationId xmlns:p14="http://schemas.microsoft.com/office/powerpoint/2010/main" val="128137297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TITLES</a:t>
            </a:r>
          </a:p>
        </p:txBody>
      </p:sp>
    </p:spTree>
    <p:extLst>
      <p:ext uri="{BB962C8B-B14F-4D97-AF65-F5344CB8AC3E}">
        <p14:creationId xmlns:p14="http://schemas.microsoft.com/office/powerpoint/2010/main" val="222015815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289200"/>
            <a:ext cx="7114032" cy="1776729"/>
          </a:xfrm>
          <a:prstGeom prst="rect">
            <a:avLst/>
          </a:prstGeom>
        </p:spPr>
        <p:txBody>
          <a:bodyPr anchor="b">
            <a:normAutofit/>
          </a:bodyPr>
          <a:lstStyle>
            <a:lvl1pPr>
              <a:defRPr sz="4400" b="0"/>
            </a:lvl1pPr>
          </a:lstStyle>
          <a:p>
            <a:r>
              <a:rPr lang="en-US" dirty="0"/>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dirty="0"/>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dirty="0"/>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dirty="0"/>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dirty="0"/>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2025 S&amp;P Global.  </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11215010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dirty="0"/>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267411"/>
            <a:ext cx="7189020" cy="1864409"/>
          </a:xfrm>
          <a:prstGeom prst="rect">
            <a:avLst/>
          </a:prstGeom>
          <a:noFill/>
        </p:spPr>
        <p:txBody>
          <a:bodyPr anchor="b">
            <a:noAutofit/>
          </a:bodyPr>
          <a:lstStyle>
            <a:lvl1pPr>
              <a:defRPr sz="4400" b="0"/>
            </a:lvl1pPr>
          </a:lstStyle>
          <a:p>
            <a:r>
              <a:rPr lang="en-US" dirty="0"/>
              <a:t>[Title max two lines, shrink to fit – must be at least 32 </a:t>
            </a:r>
            <a:r>
              <a:rPr lang="en-US" dirty="0" err="1"/>
              <a:t>pt</a:t>
            </a:r>
            <a:r>
              <a:rPr lang="en-US" dirty="0"/>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dirty="0"/>
              <a:t>[Subtitle max one line, shrink font size to fit – must be at least 14 </a:t>
            </a:r>
            <a:r>
              <a:rPr lang="en-US" dirty="0" err="1"/>
              <a:t>pt</a:t>
            </a:r>
            <a:r>
              <a:rPr lang="en-US" dirty="0"/>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dirty="0"/>
              <a:t>[First and Last Name / Department / Title]</a:t>
            </a:r>
          </a:p>
          <a:p>
            <a:pPr lvl="0"/>
            <a:r>
              <a:rPr lang="en-US" dirty="0"/>
              <a:t>[First and Last Name / Department / Title]</a:t>
            </a:r>
          </a:p>
          <a:p>
            <a:pPr lvl="0"/>
            <a:r>
              <a:rPr lang="en-US" dirty="0"/>
              <a:t>[First and Last Name / Department / Title]</a:t>
            </a:r>
          </a:p>
          <a:p>
            <a:pPr lvl="0"/>
            <a:r>
              <a:rPr lang="en-US" dirty="0"/>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dirty="0"/>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endParaRPr lang="en-US" dirty="0"/>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267411"/>
            <a:ext cx="552961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dirty="0"/>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2025 S&amp;P Global.  </a:t>
            </a:r>
            <a:br>
              <a:rPr lang="en-US" sz="700" dirty="0">
                <a:latin typeface="+mn-lt"/>
              </a:rPr>
            </a:br>
            <a:r>
              <a:rPr lang="en-US" sz="700" dirty="0">
                <a:latin typeface="+mn-lt"/>
              </a:rPr>
              <a:t>Permission to reprint or distribute any content from this presentation requires the prior written approval of S&amp;P Global.</a:t>
            </a:r>
          </a:p>
        </p:txBody>
      </p:sp>
    </p:spTree>
    <p:extLst>
      <p:ext uri="{BB962C8B-B14F-4D97-AF65-F5344CB8AC3E}">
        <p14:creationId xmlns:p14="http://schemas.microsoft.com/office/powerpoint/2010/main" val="65461517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TOC/AGENDA</a:t>
            </a:r>
          </a:p>
        </p:txBody>
      </p:sp>
    </p:spTree>
    <p:extLst>
      <p:ext uri="{BB962C8B-B14F-4D97-AF65-F5344CB8AC3E}">
        <p14:creationId xmlns:p14="http://schemas.microsoft.com/office/powerpoint/2010/main" val="417007709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ivider Photo 2">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E788391-9181-4039-9662-943128F9F643}"/>
              </a:ext>
            </a:extLst>
          </p:cNvPr>
          <p:cNvSpPr>
            <a:spLocks noGrp="1"/>
          </p:cNvSpPr>
          <p:nvPr>
            <p:ph type="ftr" sz="quarter" idx="16"/>
          </p:nvPr>
        </p:nvSpPr>
        <p:spPr/>
        <p:txBody>
          <a:bodyPr/>
          <a:lstStyle/>
          <a:p>
            <a:r>
              <a:rPr lang="en-US" dirty="0"/>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7" name="Title 1">
            <a:extLst>
              <a:ext uri="{FF2B5EF4-FFF2-40B4-BE49-F238E27FC236}">
                <a16:creationId xmlns:a16="http://schemas.microsoft.com/office/drawing/2014/main" id="{C1E8CFFC-BDBD-4E31-B071-4DDAA1454C11}"/>
              </a:ext>
            </a:extLst>
          </p:cNvPr>
          <p:cNvSpPr>
            <a:spLocks noGrp="1"/>
          </p:cNvSpPr>
          <p:nvPr>
            <p:ph type="title" hasCustomPrompt="1"/>
          </p:nvPr>
        </p:nvSpPr>
        <p:spPr>
          <a:xfrm>
            <a:off x="558798" y="456344"/>
            <a:ext cx="5214685" cy="709068"/>
          </a:xfrm>
          <a:prstGeom prst="rect">
            <a:avLst/>
          </a:prstGeom>
        </p:spPr>
        <p:txBody>
          <a:bodyPr anchor="ctr">
            <a:normAutofit/>
          </a:bodyPr>
          <a:lstStyle>
            <a:lvl1pPr>
              <a:defRPr sz="4000"/>
            </a:lvl1pPr>
          </a:lstStyle>
          <a:p>
            <a:r>
              <a:rPr lang="en-US" dirty="0"/>
              <a:t>Table of contents</a:t>
            </a:r>
          </a:p>
        </p:txBody>
      </p:sp>
      <p:sp>
        <p:nvSpPr>
          <p:cNvPr id="9" name="Text Placeholder 2">
            <a:extLst>
              <a:ext uri="{FF2B5EF4-FFF2-40B4-BE49-F238E27FC236}">
                <a16:creationId xmlns:a16="http://schemas.microsoft.com/office/drawing/2014/main" id="{4EBCF259-845B-4BA5-97CB-E81D70E376E7}"/>
              </a:ext>
            </a:extLst>
          </p:cNvPr>
          <p:cNvSpPr>
            <a:spLocks noGrp="1"/>
          </p:cNvSpPr>
          <p:nvPr>
            <p:ph idx="1" hasCustomPrompt="1"/>
          </p:nvPr>
        </p:nvSpPr>
        <p:spPr>
          <a:xfrm>
            <a:off x="567039" y="1289097"/>
            <a:ext cx="5214685" cy="4748525"/>
          </a:xfrm>
          <a:prstGeom prst="rect">
            <a:avLst/>
          </a:prstGeom>
        </p:spPr>
        <p:txBody>
          <a:bodyPr vert="horz" lIns="0" tIns="0" rIns="0" bIns="0" rtlCol="0">
            <a:noAutofit/>
          </a:bodyPr>
          <a:lstStyle>
            <a:lvl1pPr marL="0" indent="0">
              <a:buFontTx/>
              <a:buNone/>
              <a:defRPr/>
            </a:lvl1pPr>
            <a:lvl2pPr marL="169863" indent="0">
              <a:buFontTx/>
              <a:buNone/>
              <a:defRPr/>
            </a:lvl2pPr>
            <a:lvl3pPr marL="341312" indent="0">
              <a:buFontTx/>
              <a:buNone/>
              <a:defRPr/>
            </a:lvl3pPr>
            <a:lvl4pPr marL="517525" indent="0">
              <a:buFontTx/>
              <a:buNone/>
              <a:defRPr/>
            </a:lvl4pPr>
            <a:lvl5pPr marL="687387" indent="0">
              <a:buFontTx/>
              <a:buNone/>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000000"/>
                </a:solidFill>
                <a:effectLst/>
                <a:uLnTx/>
                <a:uFillTx/>
                <a:latin typeface="Arial"/>
                <a:ea typeface="+mn-ea"/>
                <a:cs typeface="+mn-cs"/>
              </a:rPr>
              <a:t>Second level</a:t>
            </a:r>
          </a:p>
        </p:txBody>
      </p:sp>
      <p:sp>
        <p:nvSpPr>
          <p:cNvPr id="8" name="Picture Placeholder 6">
            <a:extLst>
              <a:ext uri="{FF2B5EF4-FFF2-40B4-BE49-F238E27FC236}">
                <a16:creationId xmlns:a16="http://schemas.microsoft.com/office/drawing/2014/main" id="{DF119F31-B551-49BE-B486-88A63B1BDA06}"/>
              </a:ext>
            </a:extLst>
          </p:cNvPr>
          <p:cNvSpPr>
            <a:spLocks noGrp="1"/>
          </p:cNvSpPr>
          <p:nvPr>
            <p:ph type="pic" sz="quarter" idx="15" hasCustomPrompt="1"/>
          </p:nvPr>
        </p:nvSpPr>
        <p:spPr>
          <a:xfrm>
            <a:off x="6098117" y="479784"/>
            <a:ext cx="6093883" cy="5557838"/>
          </a:xfrm>
          <a:prstGeom prst="rect">
            <a:avLst/>
          </a:prstGeom>
        </p:spPr>
        <p:txBody>
          <a:bodyPr anchor="ctr"/>
          <a:lstStyle>
            <a:lvl1pPr marL="0" indent="0" algn="ctr">
              <a:buNone/>
              <a:defRPr/>
            </a:lvl1pPr>
          </a:lstStyle>
          <a:p>
            <a:r>
              <a:rPr lang="en-US" dirty="0"/>
              <a:t>[Insert photo]</a:t>
            </a:r>
          </a:p>
        </p:txBody>
      </p:sp>
    </p:spTree>
    <p:extLst>
      <p:ext uri="{BB962C8B-B14F-4D97-AF65-F5344CB8AC3E}">
        <p14:creationId xmlns:p14="http://schemas.microsoft.com/office/powerpoint/2010/main" val="95778028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genda - presentation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6" name="TextBox 5">
            <a:extLst>
              <a:ext uri="{FF2B5EF4-FFF2-40B4-BE49-F238E27FC236}">
                <a16:creationId xmlns:a16="http://schemas.microsoft.com/office/drawing/2014/main" id="{D1AB2D4B-61B8-4F93-BE55-9F895DB392B2}"/>
              </a:ext>
            </a:extLst>
          </p:cNvPr>
          <p:cNvSpPr txBox="1"/>
          <p:nvPr userDrawn="1"/>
        </p:nvSpPr>
        <p:spPr>
          <a:xfrm>
            <a:off x="558799" y="3694832"/>
            <a:ext cx="3583709" cy="615553"/>
          </a:xfrm>
          <a:prstGeom prst="rect">
            <a:avLst/>
          </a:prstGeom>
          <a:noFill/>
        </p:spPr>
        <p:txBody>
          <a:bodyPr wrap="square" lIns="0" tIns="0" rIns="0" bIns="0" rtlCol="0" anchor="ctr">
            <a:spAutoFit/>
          </a:bodyPr>
          <a:lstStyle/>
          <a:p>
            <a:pPr algn="l">
              <a:spcAft>
                <a:spcPts val="200"/>
              </a:spcAft>
            </a:pPr>
            <a:r>
              <a:rPr lang="en-US" sz="4000" dirty="0"/>
              <a:t>Agenda</a:t>
            </a:r>
          </a:p>
        </p:txBody>
      </p:sp>
      <p:sp>
        <p:nvSpPr>
          <p:cNvPr id="53" name="Text Placeholder 5">
            <a:extLst>
              <a:ext uri="{FF2B5EF4-FFF2-40B4-BE49-F238E27FC236}">
                <a16:creationId xmlns:a16="http://schemas.microsoft.com/office/drawing/2014/main" id="{7ADECE40-364B-4CC4-B417-72EED8D3C3F4}"/>
              </a:ext>
            </a:extLst>
          </p:cNvPr>
          <p:cNvSpPr>
            <a:spLocks noGrp="1"/>
          </p:cNvSpPr>
          <p:nvPr>
            <p:ph type="body" sz="quarter" idx="14" hasCustomPrompt="1"/>
          </p:nvPr>
        </p:nvSpPr>
        <p:spPr>
          <a:xfrm>
            <a:off x="6607175" y="1951891"/>
            <a:ext cx="5026025" cy="4101436"/>
          </a:xfrm>
          <a:prstGeom prst="rect">
            <a:avLst/>
          </a:prstGeom>
        </p:spPr>
        <p:txBody>
          <a:bodyPr anchor="ctr"/>
          <a:lstStyle>
            <a:lvl1pPr marL="0" indent="0">
              <a:buFont typeface="Arial" panose="020B0604020202020204" pitchFamily="34" charset="0"/>
              <a:buChar char="​"/>
              <a:defRPr sz="2400"/>
            </a:lvl1pPr>
            <a:lvl2pPr marL="228600" indent="-228600">
              <a:defRPr sz="1800"/>
            </a:lvl2pPr>
          </a:lstStyle>
          <a:p>
            <a:pPr lvl="0"/>
            <a:r>
              <a:rPr lang="en-US" dirty="0"/>
              <a:t>[Click to add content items]</a:t>
            </a:r>
          </a:p>
          <a:p>
            <a:pPr lvl="1"/>
            <a:r>
              <a:rPr lang="en-US" dirty="0"/>
              <a:t>Second level</a:t>
            </a:r>
          </a:p>
        </p:txBody>
      </p:sp>
    </p:spTree>
    <p:extLst>
      <p:ext uri="{BB962C8B-B14F-4D97-AF65-F5344CB8AC3E}">
        <p14:creationId xmlns:p14="http://schemas.microsoft.com/office/powerpoint/2010/main" val="2373127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OC - report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dirty="0"/>
          </a:p>
        </p:txBody>
      </p:sp>
      <p:sp>
        <p:nvSpPr>
          <p:cNvPr id="4" name="TextBox 3">
            <a:extLst>
              <a:ext uri="{FF2B5EF4-FFF2-40B4-BE49-F238E27FC236}">
                <a16:creationId xmlns:a16="http://schemas.microsoft.com/office/drawing/2014/main" id="{368E778E-5794-4781-A782-DE31D3000154}"/>
              </a:ext>
            </a:extLst>
          </p:cNvPr>
          <p:cNvSpPr txBox="1"/>
          <p:nvPr userDrawn="1"/>
        </p:nvSpPr>
        <p:spPr>
          <a:xfrm>
            <a:off x="567038" y="323644"/>
            <a:ext cx="11064240" cy="369332"/>
          </a:xfrm>
          <a:prstGeom prst="rect">
            <a:avLst/>
          </a:prstGeom>
          <a:noFill/>
        </p:spPr>
        <p:txBody>
          <a:bodyPr wrap="square" lIns="0" tIns="0" rIns="0" bIns="0" rtlCol="0">
            <a:spAutoFit/>
          </a:bodyPr>
          <a:lstStyle/>
          <a:p>
            <a:pPr algn="l"/>
            <a:r>
              <a:rPr lang="en-US" sz="2400" dirty="0"/>
              <a:t>Table of contents</a:t>
            </a:r>
          </a:p>
        </p:txBody>
      </p:sp>
      <p:sp>
        <p:nvSpPr>
          <p:cNvPr id="10" name="Content Placeholder 2">
            <a:extLst>
              <a:ext uri="{FF2B5EF4-FFF2-40B4-BE49-F238E27FC236}">
                <a16:creationId xmlns:a16="http://schemas.microsoft.com/office/drawing/2014/main" id="{85F1D6E6-A55C-4ECB-8E20-E9695CD41CD9}"/>
              </a:ext>
            </a:extLst>
          </p:cNvPr>
          <p:cNvSpPr>
            <a:spLocks noGrp="1"/>
          </p:cNvSpPr>
          <p:nvPr>
            <p:ph sz="quarter" idx="17" hasCustomPrompt="1"/>
          </p:nvPr>
        </p:nvSpPr>
        <p:spPr>
          <a:xfrm>
            <a:off x="567037" y="1257300"/>
            <a:ext cx="11060913" cy="4937760"/>
          </a:xfrm>
        </p:spPr>
        <p:txBody>
          <a:bodyPr numCol="2" spcCol="914400"/>
          <a:lstStyle>
            <a:lvl1pPr>
              <a:tabLst>
                <a:tab pos="5081588" algn="r"/>
              </a:tabLst>
              <a:defRPr/>
            </a:lvl1pPr>
            <a:lvl2pPr>
              <a:tabLst>
                <a:tab pos="5081588" algn="r"/>
              </a:tabLst>
              <a:defRPr/>
            </a:lvl2pPr>
            <a:lvl3pPr>
              <a:tabLst>
                <a:tab pos="5081588" algn="r"/>
              </a:tabLst>
              <a:defRPr/>
            </a:lvl3pPr>
            <a:lvl4pPr>
              <a:tabLst>
                <a:tab pos="5081588" algn="r"/>
              </a:tabLst>
              <a:defRPr/>
            </a:lvl4pPr>
            <a:lvl5pPr>
              <a:tabLst>
                <a:tab pos="5081588" algn="r"/>
              </a:tabLst>
              <a:defRPr/>
            </a:lvl5pPr>
          </a:lstStyle>
          <a:p>
            <a:pPr lvl="0"/>
            <a:r>
              <a:rPr kumimoji="0" lang="en-US" sz="1600" b="0" i="0" u="none" strike="noStrike" kern="1200" cap="none" spc="0" normalizeH="0" baseline="0" noProof="0" dirty="0">
                <a:ln>
                  <a:noFill/>
                </a:ln>
                <a:solidFill>
                  <a:srgbClr val="000000"/>
                </a:solidFill>
                <a:effectLst/>
                <a:uLnTx/>
                <a:uFillTx/>
                <a:latin typeface="Arial"/>
                <a:ea typeface="+mn-ea"/>
                <a:cs typeface="+mn-cs"/>
              </a:rPr>
              <a:t>[Click to add content]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9222876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dirty="0">
                <a:solidFill>
                  <a:schemeClr val="tx1"/>
                </a:solidFill>
              </a:rPr>
              <a:t>BIOS</a:t>
            </a:r>
          </a:p>
        </p:txBody>
      </p:sp>
    </p:spTree>
    <p:extLst>
      <p:ext uri="{BB962C8B-B14F-4D97-AF65-F5344CB8AC3E}">
        <p14:creationId xmlns:p14="http://schemas.microsoft.com/office/powerpoint/2010/main" val="112023931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ingle Autho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BE700C-9B65-48D2-B989-340A545D1AF8}"/>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2138754E-07B4-4557-9122-37777C75797C}"/>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[Presenter/Moderator/Panelist] – select a title</a:t>
            </a:r>
          </a:p>
        </p:txBody>
      </p:sp>
      <p:sp>
        <p:nvSpPr>
          <p:cNvPr id="10" name="Picture Placeholder 17">
            <a:extLst>
              <a:ext uri="{FF2B5EF4-FFF2-40B4-BE49-F238E27FC236}">
                <a16:creationId xmlns:a16="http://schemas.microsoft.com/office/drawing/2014/main" id="{D96010C1-4595-4367-B9F6-DB15F9269834}"/>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anchor="ctr"/>
          <a:lstStyle>
            <a:lvl1pPr marL="0" indent="0" algn="ctr">
              <a:buNone/>
              <a:defRPr b="1"/>
            </a:lvl1pPr>
          </a:lstStyle>
          <a:p>
            <a:r>
              <a:rPr lang="en-US" dirty="0"/>
              <a:t>Click to add portrait photo or remove</a:t>
            </a:r>
          </a:p>
        </p:txBody>
      </p:sp>
      <p:sp>
        <p:nvSpPr>
          <p:cNvPr id="9" name="Text Placeholder 6">
            <a:extLst>
              <a:ext uri="{FF2B5EF4-FFF2-40B4-BE49-F238E27FC236}">
                <a16:creationId xmlns:a16="http://schemas.microsoft.com/office/drawing/2014/main" id="{458F1CB7-C380-4D98-8B57-644A777302F2}"/>
              </a:ext>
            </a:extLst>
          </p:cNvPr>
          <p:cNvSpPr>
            <a:spLocks noGrp="1"/>
          </p:cNvSpPr>
          <p:nvPr>
            <p:ph type="body" sz="quarter" idx="24" hasCustomPrompt="1"/>
          </p:nvPr>
        </p:nvSpPr>
        <p:spPr>
          <a:xfrm>
            <a:off x="3136392" y="1903413"/>
            <a:ext cx="8493356" cy="2187575"/>
          </a:xfrm>
          <a:prstGeom prst="rect">
            <a:avLst/>
          </a:prstGeom>
        </p:spPr>
        <p:txBody>
          <a:bodyPr anchor="ctr"/>
          <a:lstStyle>
            <a:lvl1pPr marL="0" indent="0">
              <a:lnSpc>
                <a:spcPct val="100000"/>
              </a:lnSpc>
              <a:spcBef>
                <a:spcPts val="0"/>
              </a:spcBef>
              <a:spcAft>
                <a:spcPts val="600"/>
              </a:spcAft>
              <a:buFontTx/>
              <a:buNone/>
              <a:defRPr/>
            </a:lvl1pPr>
            <a:lvl2pPr marL="183764" indent="0">
              <a:buFontTx/>
              <a:buNone/>
              <a:defRPr/>
            </a:lvl2pPr>
            <a:lvl3pPr marL="397056" indent="0">
              <a:buFontTx/>
              <a:buNone/>
              <a:defRPr/>
            </a:lvl3pPr>
            <a:lvl4pPr marL="566913" indent="0">
              <a:buFontTx/>
              <a:buNone/>
              <a:defRPr/>
            </a:lvl4pPr>
            <a:lvl5pPr marL="740645" indent="0">
              <a:buFontTx/>
              <a:buNone/>
              <a:defRPr/>
            </a:lvl5pPr>
          </a:lstStyle>
          <a:p>
            <a:pPr lvl="0"/>
            <a:r>
              <a:rPr lang="en-US" dirty="0"/>
              <a:t>Copy and paste the first paragraph of your bio here</a:t>
            </a:r>
          </a:p>
        </p:txBody>
      </p:sp>
      <p:sp>
        <p:nvSpPr>
          <p:cNvPr id="5" name="Text Placeholder 7">
            <a:extLst>
              <a:ext uri="{FF2B5EF4-FFF2-40B4-BE49-F238E27FC236}">
                <a16:creationId xmlns:a16="http://schemas.microsoft.com/office/drawing/2014/main" id="{2BFEA3C9-368E-4564-8216-477D103F8884}"/>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6" name="Text Placeholder 7">
            <a:extLst>
              <a:ext uri="{FF2B5EF4-FFF2-40B4-BE49-F238E27FC236}">
                <a16:creationId xmlns:a16="http://schemas.microsoft.com/office/drawing/2014/main" id="{4A29EB88-5E45-4FD8-93B5-97649F1F7C7B}"/>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7" name="Text Placeholder 7">
            <a:extLst>
              <a:ext uri="{FF2B5EF4-FFF2-40B4-BE49-F238E27FC236}">
                <a16:creationId xmlns:a16="http://schemas.microsoft.com/office/drawing/2014/main" id="{B7A4A313-FD4C-48FC-8393-47C4FDF1DEB7}"/>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Tree>
    <p:extLst>
      <p:ext uri="{BB962C8B-B14F-4D97-AF65-F5344CB8AC3E}">
        <p14:creationId xmlns:p14="http://schemas.microsoft.com/office/powerpoint/2010/main" val="3019557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[Presenters/Moderators/Panelists] – select a title</a:t>
            </a:r>
          </a:p>
        </p:txBody>
      </p:sp>
      <p:sp>
        <p:nvSpPr>
          <p:cNvPr id="17" name="Picture Placeholder 17">
            <a:extLst>
              <a:ext uri="{FF2B5EF4-FFF2-40B4-BE49-F238E27FC236}">
                <a16:creationId xmlns:a16="http://schemas.microsoft.com/office/drawing/2014/main" id="{0963E4D1-F246-4469-BECB-540CBCA1B881}"/>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9" name="Picture Placeholder 17">
            <a:extLst>
              <a:ext uri="{FF2B5EF4-FFF2-40B4-BE49-F238E27FC236}">
                <a16:creationId xmlns:a16="http://schemas.microsoft.com/office/drawing/2014/main" id="{2A8E5B0D-3D58-4517-81C4-D7B36DC30599}"/>
              </a:ext>
            </a:extLst>
          </p:cNvPr>
          <p:cNvSpPr>
            <a:spLocks noGrp="1"/>
          </p:cNvSpPr>
          <p:nvPr>
            <p:ph type="pic" sz="quarter" idx="24" hasCustomPrompt="1"/>
          </p:nvPr>
        </p:nvSpPr>
        <p:spPr>
          <a:xfrm>
            <a:off x="6527866"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0" name="Text Placeholder 7">
            <a:extLst>
              <a:ext uri="{FF2B5EF4-FFF2-40B4-BE49-F238E27FC236}">
                <a16:creationId xmlns:a16="http://schemas.microsoft.com/office/drawing/2014/main" id="{4B4B870D-FC17-4918-9CBB-99F7941BFFA4}"/>
              </a:ext>
            </a:extLst>
          </p:cNvPr>
          <p:cNvSpPr>
            <a:spLocks noGrp="1"/>
          </p:cNvSpPr>
          <p:nvPr>
            <p:ph type="body" sz="quarter" idx="25" hasCustomPrompt="1"/>
          </p:nvPr>
        </p:nvSpPr>
        <p:spPr>
          <a:xfrm>
            <a:off x="6527865" y="4249619"/>
            <a:ext cx="5093091"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1" name="Text Placeholder 7">
            <a:extLst>
              <a:ext uri="{FF2B5EF4-FFF2-40B4-BE49-F238E27FC236}">
                <a16:creationId xmlns:a16="http://schemas.microsoft.com/office/drawing/2014/main" id="{59E5C66B-6906-4F19-BF8F-DC836C6943AE}"/>
              </a:ext>
            </a:extLst>
          </p:cNvPr>
          <p:cNvSpPr>
            <a:spLocks noGrp="1"/>
          </p:cNvSpPr>
          <p:nvPr>
            <p:ph type="body" sz="quarter" idx="26" hasCustomPrompt="1"/>
          </p:nvPr>
        </p:nvSpPr>
        <p:spPr>
          <a:xfrm>
            <a:off x="6527865" y="4647556"/>
            <a:ext cx="5095907"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2" name="Text Placeholder 7">
            <a:extLst>
              <a:ext uri="{FF2B5EF4-FFF2-40B4-BE49-F238E27FC236}">
                <a16:creationId xmlns:a16="http://schemas.microsoft.com/office/drawing/2014/main" id="{A0732281-1662-446D-BF97-1F36FDA2C65B}"/>
              </a:ext>
            </a:extLst>
          </p:cNvPr>
          <p:cNvSpPr>
            <a:spLocks noGrp="1"/>
          </p:cNvSpPr>
          <p:nvPr>
            <p:ph type="body" sz="quarter" idx="27" hasCustomPrompt="1"/>
          </p:nvPr>
        </p:nvSpPr>
        <p:spPr>
          <a:xfrm>
            <a:off x="6536657" y="5109741"/>
            <a:ext cx="5093091"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Tree>
    <p:extLst>
      <p:ext uri="{BB962C8B-B14F-4D97-AF65-F5344CB8AC3E}">
        <p14:creationId xmlns:p14="http://schemas.microsoft.com/office/powerpoint/2010/main" val="132345860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[Presenters/Moderators/Panelists] – select a title</a:t>
            </a:r>
          </a:p>
        </p:txBody>
      </p:sp>
      <p:sp>
        <p:nvSpPr>
          <p:cNvPr id="16" name="Picture Placeholder 17">
            <a:extLst>
              <a:ext uri="{FF2B5EF4-FFF2-40B4-BE49-F238E27FC236}">
                <a16:creationId xmlns:a16="http://schemas.microsoft.com/office/drawing/2014/main" id="{E18A9881-DF3F-4314-8841-AAA80E908A97}"/>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69372" y="4258763"/>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69372" y="4656700"/>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78164" y="5118885"/>
            <a:ext cx="339617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18" name="Picture Placeholder 17">
            <a:extLst>
              <a:ext uri="{FF2B5EF4-FFF2-40B4-BE49-F238E27FC236}">
                <a16:creationId xmlns:a16="http://schemas.microsoft.com/office/drawing/2014/main" id="{C592B89A-95D5-4D3F-9919-D8C4397786C1}"/>
              </a:ext>
            </a:extLst>
          </p:cNvPr>
          <p:cNvSpPr>
            <a:spLocks noGrp="1"/>
          </p:cNvSpPr>
          <p:nvPr>
            <p:ph type="pic" sz="quarter" idx="24" hasCustomPrompt="1"/>
          </p:nvPr>
        </p:nvSpPr>
        <p:spPr>
          <a:xfrm>
            <a:off x="4448624"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9" name="Text Placeholder 7">
            <a:extLst>
              <a:ext uri="{FF2B5EF4-FFF2-40B4-BE49-F238E27FC236}">
                <a16:creationId xmlns:a16="http://schemas.microsoft.com/office/drawing/2014/main" id="{B44B7B59-8A0C-4D95-9D25-5E3DF480AAAB}"/>
              </a:ext>
            </a:extLst>
          </p:cNvPr>
          <p:cNvSpPr>
            <a:spLocks noGrp="1"/>
          </p:cNvSpPr>
          <p:nvPr>
            <p:ph type="body" sz="quarter" idx="25" hasCustomPrompt="1"/>
          </p:nvPr>
        </p:nvSpPr>
        <p:spPr>
          <a:xfrm>
            <a:off x="4430937"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20" name="Text Placeholder 7">
            <a:extLst>
              <a:ext uri="{FF2B5EF4-FFF2-40B4-BE49-F238E27FC236}">
                <a16:creationId xmlns:a16="http://schemas.microsoft.com/office/drawing/2014/main" id="{D867FDEA-93C7-4652-AC2F-743293039C3C}"/>
              </a:ext>
            </a:extLst>
          </p:cNvPr>
          <p:cNvSpPr>
            <a:spLocks noGrp="1"/>
          </p:cNvSpPr>
          <p:nvPr>
            <p:ph type="body" sz="quarter" idx="26" hasCustomPrompt="1"/>
          </p:nvPr>
        </p:nvSpPr>
        <p:spPr>
          <a:xfrm>
            <a:off x="4430937"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21" name="Text Placeholder 7">
            <a:extLst>
              <a:ext uri="{FF2B5EF4-FFF2-40B4-BE49-F238E27FC236}">
                <a16:creationId xmlns:a16="http://schemas.microsoft.com/office/drawing/2014/main" id="{5F3E5738-3EED-47E4-B437-5701BE83D5BB}"/>
              </a:ext>
            </a:extLst>
          </p:cNvPr>
          <p:cNvSpPr>
            <a:spLocks noGrp="1"/>
          </p:cNvSpPr>
          <p:nvPr>
            <p:ph type="body" sz="quarter" idx="27" hasCustomPrompt="1"/>
          </p:nvPr>
        </p:nvSpPr>
        <p:spPr>
          <a:xfrm>
            <a:off x="4439729" y="5109741"/>
            <a:ext cx="339617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22" name="Picture Placeholder 17">
            <a:extLst>
              <a:ext uri="{FF2B5EF4-FFF2-40B4-BE49-F238E27FC236}">
                <a16:creationId xmlns:a16="http://schemas.microsoft.com/office/drawing/2014/main" id="{565A1BAD-5C48-4C0D-AE93-5DBA70892675}"/>
              </a:ext>
            </a:extLst>
          </p:cNvPr>
          <p:cNvSpPr>
            <a:spLocks noGrp="1"/>
          </p:cNvSpPr>
          <p:nvPr>
            <p:ph type="pic" sz="quarter" idx="28" hasCustomPrompt="1"/>
          </p:nvPr>
        </p:nvSpPr>
        <p:spPr>
          <a:xfrm>
            <a:off x="8224782"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23" name="Text Placeholder 7">
            <a:extLst>
              <a:ext uri="{FF2B5EF4-FFF2-40B4-BE49-F238E27FC236}">
                <a16:creationId xmlns:a16="http://schemas.microsoft.com/office/drawing/2014/main" id="{EA3D350B-6C94-4545-86A9-0AD2FE58305E}"/>
              </a:ext>
            </a:extLst>
          </p:cNvPr>
          <p:cNvSpPr>
            <a:spLocks noGrp="1"/>
          </p:cNvSpPr>
          <p:nvPr>
            <p:ph type="body" sz="quarter" idx="29" hasCustomPrompt="1"/>
          </p:nvPr>
        </p:nvSpPr>
        <p:spPr>
          <a:xfrm>
            <a:off x="8224781"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24" name="Text Placeholder 7">
            <a:extLst>
              <a:ext uri="{FF2B5EF4-FFF2-40B4-BE49-F238E27FC236}">
                <a16:creationId xmlns:a16="http://schemas.microsoft.com/office/drawing/2014/main" id="{FEEFE4CE-79A1-47ED-A87A-3656BFD65401}"/>
              </a:ext>
            </a:extLst>
          </p:cNvPr>
          <p:cNvSpPr>
            <a:spLocks noGrp="1"/>
          </p:cNvSpPr>
          <p:nvPr>
            <p:ph type="body" sz="quarter" idx="30" hasCustomPrompt="1"/>
          </p:nvPr>
        </p:nvSpPr>
        <p:spPr>
          <a:xfrm>
            <a:off x="8224781"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25" name="Text Placeholder 7">
            <a:extLst>
              <a:ext uri="{FF2B5EF4-FFF2-40B4-BE49-F238E27FC236}">
                <a16:creationId xmlns:a16="http://schemas.microsoft.com/office/drawing/2014/main" id="{35772D5C-CDC5-422E-9C96-517E55AE44FE}"/>
              </a:ext>
            </a:extLst>
          </p:cNvPr>
          <p:cNvSpPr>
            <a:spLocks noGrp="1"/>
          </p:cNvSpPr>
          <p:nvPr>
            <p:ph type="body" sz="quarter" idx="31" hasCustomPrompt="1"/>
          </p:nvPr>
        </p:nvSpPr>
        <p:spPr>
          <a:xfrm>
            <a:off x="8233573" y="5109741"/>
            <a:ext cx="339617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Tree>
    <p:extLst>
      <p:ext uri="{BB962C8B-B14F-4D97-AF65-F5344CB8AC3E}">
        <p14:creationId xmlns:p14="http://schemas.microsoft.com/office/powerpoint/2010/main" val="381971570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D0302A-6B11-4359-9340-D7697342E077}"/>
              </a:ext>
            </a:extLst>
          </p:cNvPr>
          <p:cNvSpPr>
            <a:spLocks noGrp="1"/>
          </p:cNvSpPr>
          <p:nvPr>
            <p:ph type="sldNum" sz="quarter" idx="10"/>
          </p:nvPr>
        </p:nvSpPr>
        <p:spPr/>
        <p:txBody>
          <a:bodyPr/>
          <a:lstStyle/>
          <a:p>
            <a:fld id="{5CFA18E4-D58E-4B28-B105-28D9665A8EBC}" type="slidenum">
              <a:rPr lang="en-US" smtClean="0"/>
              <a:pPr/>
              <a:t>‹#›</a:t>
            </a:fld>
            <a:endParaRPr lang="en-US" dirty="0"/>
          </a:p>
        </p:txBody>
      </p:sp>
      <p:sp>
        <p:nvSpPr>
          <p:cNvPr id="4" name="Title 1">
            <a:extLst>
              <a:ext uri="{FF2B5EF4-FFF2-40B4-BE49-F238E27FC236}">
                <a16:creationId xmlns:a16="http://schemas.microsoft.com/office/drawing/2014/main" id="{4348ACEE-4D47-4395-8914-65292080F51E}"/>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dirty="0"/>
              <a:t>[Presenters/Moderators/Panelists] – select a title</a:t>
            </a:r>
          </a:p>
        </p:txBody>
      </p:sp>
      <p:sp>
        <p:nvSpPr>
          <p:cNvPr id="5" name="Picture Placeholder 17">
            <a:extLst>
              <a:ext uri="{FF2B5EF4-FFF2-40B4-BE49-F238E27FC236}">
                <a16:creationId xmlns:a16="http://schemas.microsoft.com/office/drawing/2014/main" id="{13874D71-DEE4-4585-9798-1C1D387CEF03}"/>
              </a:ext>
            </a:extLst>
          </p:cNvPr>
          <p:cNvSpPr>
            <a:spLocks noGrp="1"/>
          </p:cNvSpPr>
          <p:nvPr>
            <p:ph type="pic" sz="quarter" idx="23" hasCustomPrompt="1"/>
          </p:nvPr>
        </p:nvSpPr>
        <p:spPr>
          <a:xfrm>
            <a:off x="567039"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6" name="Text Placeholder 7">
            <a:extLst>
              <a:ext uri="{FF2B5EF4-FFF2-40B4-BE49-F238E27FC236}">
                <a16:creationId xmlns:a16="http://schemas.microsoft.com/office/drawing/2014/main" id="{267613AE-2BF4-40BC-BF6A-47F974F6E966}"/>
              </a:ext>
            </a:extLst>
          </p:cNvPr>
          <p:cNvSpPr>
            <a:spLocks noGrp="1"/>
          </p:cNvSpPr>
          <p:nvPr>
            <p:ph type="body" sz="quarter" idx="13" hasCustomPrompt="1"/>
          </p:nvPr>
        </p:nvSpPr>
        <p:spPr>
          <a:xfrm>
            <a:off x="567039"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7" name="Text Placeholder 7">
            <a:extLst>
              <a:ext uri="{FF2B5EF4-FFF2-40B4-BE49-F238E27FC236}">
                <a16:creationId xmlns:a16="http://schemas.microsoft.com/office/drawing/2014/main" id="{AE90B753-E282-442B-84E7-5A7E2F8C0706}"/>
              </a:ext>
            </a:extLst>
          </p:cNvPr>
          <p:cNvSpPr>
            <a:spLocks noGrp="1"/>
          </p:cNvSpPr>
          <p:nvPr>
            <p:ph type="body" sz="quarter" idx="14" hasCustomPrompt="1"/>
          </p:nvPr>
        </p:nvSpPr>
        <p:spPr>
          <a:xfrm>
            <a:off x="567040"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8" name="Text Placeholder 7">
            <a:extLst>
              <a:ext uri="{FF2B5EF4-FFF2-40B4-BE49-F238E27FC236}">
                <a16:creationId xmlns:a16="http://schemas.microsoft.com/office/drawing/2014/main" id="{B00296E1-79C9-4288-BB0D-268520881F96}"/>
              </a:ext>
            </a:extLst>
          </p:cNvPr>
          <p:cNvSpPr>
            <a:spLocks noGrp="1"/>
          </p:cNvSpPr>
          <p:nvPr>
            <p:ph type="body" sz="quarter" idx="15" hasCustomPrompt="1"/>
          </p:nvPr>
        </p:nvSpPr>
        <p:spPr>
          <a:xfrm>
            <a:off x="575831" y="5118706"/>
            <a:ext cx="243585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9" name="Picture Placeholder 17">
            <a:extLst>
              <a:ext uri="{FF2B5EF4-FFF2-40B4-BE49-F238E27FC236}">
                <a16:creationId xmlns:a16="http://schemas.microsoft.com/office/drawing/2014/main" id="{7DCCDFBD-3BCA-4F0C-923B-9AF98CADDCDB}"/>
              </a:ext>
            </a:extLst>
          </p:cNvPr>
          <p:cNvSpPr>
            <a:spLocks noGrp="1"/>
          </p:cNvSpPr>
          <p:nvPr>
            <p:ph type="pic" sz="quarter" idx="24" hasCustomPrompt="1"/>
          </p:nvPr>
        </p:nvSpPr>
        <p:spPr>
          <a:xfrm>
            <a:off x="3448527"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0" name="Text Placeholder 7">
            <a:extLst>
              <a:ext uri="{FF2B5EF4-FFF2-40B4-BE49-F238E27FC236}">
                <a16:creationId xmlns:a16="http://schemas.microsoft.com/office/drawing/2014/main" id="{5A4BD374-EAF1-48D8-9CD4-A02D195CC8B4}"/>
              </a:ext>
            </a:extLst>
          </p:cNvPr>
          <p:cNvSpPr>
            <a:spLocks noGrp="1"/>
          </p:cNvSpPr>
          <p:nvPr>
            <p:ph type="body" sz="quarter" idx="25" hasCustomPrompt="1"/>
          </p:nvPr>
        </p:nvSpPr>
        <p:spPr>
          <a:xfrm>
            <a:off x="3448527"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1" name="Text Placeholder 7">
            <a:extLst>
              <a:ext uri="{FF2B5EF4-FFF2-40B4-BE49-F238E27FC236}">
                <a16:creationId xmlns:a16="http://schemas.microsoft.com/office/drawing/2014/main" id="{A52EF8A5-21BA-476E-8BE5-9C93113CD721}"/>
              </a:ext>
            </a:extLst>
          </p:cNvPr>
          <p:cNvSpPr>
            <a:spLocks noGrp="1"/>
          </p:cNvSpPr>
          <p:nvPr>
            <p:ph type="body" sz="quarter" idx="26" hasCustomPrompt="1"/>
          </p:nvPr>
        </p:nvSpPr>
        <p:spPr>
          <a:xfrm>
            <a:off x="3454175"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2" name="Text Placeholder 7">
            <a:extLst>
              <a:ext uri="{FF2B5EF4-FFF2-40B4-BE49-F238E27FC236}">
                <a16:creationId xmlns:a16="http://schemas.microsoft.com/office/drawing/2014/main" id="{2F910126-582E-45E7-ADD6-72F532C9B02F}"/>
              </a:ext>
            </a:extLst>
          </p:cNvPr>
          <p:cNvSpPr>
            <a:spLocks noGrp="1"/>
          </p:cNvSpPr>
          <p:nvPr>
            <p:ph type="body" sz="quarter" idx="27" hasCustomPrompt="1"/>
          </p:nvPr>
        </p:nvSpPr>
        <p:spPr>
          <a:xfrm>
            <a:off x="3462966" y="5118706"/>
            <a:ext cx="243585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13" name="Picture Placeholder 17">
            <a:extLst>
              <a:ext uri="{FF2B5EF4-FFF2-40B4-BE49-F238E27FC236}">
                <a16:creationId xmlns:a16="http://schemas.microsoft.com/office/drawing/2014/main" id="{825C02C8-87E5-4224-BC8C-BCD842C1C04E}"/>
              </a:ext>
            </a:extLst>
          </p:cNvPr>
          <p:cNvSpPr>
            <a:spLocks noGrp="1"/>
          </p:cNvSpPr>
          <p:nvPr>
            <p:ph type="pic" sz="quarter" idx="28" hasCustomPrompt="1"/>
          </p:nvPr>
        </p:nvSpPr>
        <p:spPr>
          <a:xfrm>
            <a:off x="6330015"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4" name="Text Placeholder 7">
            <a:extLst>
              <a:ext uri="{FF2B5EF4-FFF2-40B4-BE49-F238E27FC236}">
                <a16:creationId xmlns:a16="http://schemas.microsoft.com/office/drawing/2014/main" id="{6FFA6E76-5DE6-4F14-8C70-9B1EDBA4577B}"/>
              </a:ext>
            </a:extLst>
          </p:cNvPr>
          <p:cNvSpPr>
            <a:spLocks noGrp="1"/>
          </p:cNvSpPr>
          <p:nvPr>
            <p:ph type="body" sz="quarter" idx="29" hasCustomPrompt="1"/>
          </p:nvPr>
        </p:nvSpPr>
        <p:spPr>
          <a:xfrm>
            <a:off x="6330015" y="425914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5" name="Text Placeholder 7">
            <a:extLst>
              <a:ext uri="{FF2B5EF4-FFF2-40B4-BE49-F238E27FC236}">
                <a16:creationId xmlns:a16="http://schemas.microsoft.com/office/drawing/2014/main" id="{CDF41FE2-E444-49AC-AF04-E846336EF9C7}"/>
              </a:ext>
            </a:extLst>
          </p:cNvPr>
          <p:cNvSpPr>
            <a:spLocks noGrp="1"/>
          </p:cNvSpPr>
          <p:nvPr>
            <p:ph type="body" sz="quarter" idx="30" hasCustomPrompt="1"/>
          </p:nvPr>
        </p:nvSpPr>
        <p:spPr>
          <a:xfrm>
            <a:off x="6332519" y="465708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16" name="Text Placeholder 7">
            <a:extLst>
              <a:ext uri="{FF2B5EF4-FFF2-40B4-BE49-F238E27FC236}">
                <a16:creationId xmlns:a16="http://schemas.microsoft.com/office/drawing/2014/main" id="{1D326573-CDF5-4639-8BB3-A9BF21601920}"/>
              </a:ext>
            </a:extLst>
          </p:cNvPr>
          <p:cNvSpPr>
            <a:spLocks noGrp="1"/>
          </p:cNvSpPr>
          <p:nvPr>
            <p:ph type="body" sz="quarter" idx="31" hasCustomPrompt="1"/>
          </p:nvPr>
        </p:nvSpPr>
        <p:spPr>
          <a:xfrm>
            <a:off x="6341310" y="5119266"/>
            <a:ext cx="2435855"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
        <p:nvSpPr>
          <p:cNvPr id="17" name="Picture Placeholder 17">
            <a:extLst>
              <a:ext uri="{FF2B5EF4-FFF2-40B4-BE49-F238E27FC236}">
                <a16:creationId xmlns:a16="http://schemas.microsoft.com/office/drawing/2014/main" id="{D3BD3CB3-A08D-44E5-A7FB-5896B3A8B382}"/>
              </a:ext>
            </a:extLst>
          </p:cNvPr>
          <p:cNvSpPr>
            <a:spLocks noGrp="1"/>
          </p:cNvSpPr>
          <p:nvPr>
            <p:ph type="pic" sz="quarter" idx="32" hasCustomPrompt="1"/>
          </p:nvPr>
        </p:nvSpPr>
        <p:spPr>
          <a:xfrm>
            <a:off x="9211503"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dirty="0"/>
              <a:t>Click to add portrait photo or remove</a:t>
            </a:r>
          </a:p>
        </p:txBody>
      </p:sp>
      <p:sp>
        <p:nvSpPr>
          <p:cNvPr id="18" name="Text Placeholder 7">
            <a:extLst>
              <a:ext uri="{FF2B5EF4-FFF2-40B4-BE49-F238E27FC236}">
                <a16:creationId xmlns:a16="http://schemas.microsoft.com/office/drawing/2014/main" id="{92BC594B-3E6F-42C9-8E2D-D40A431B0600}"/>
              </a:ext>
            </a:extLst>
          </p:cNvPr>
          <p:cNvSpPr>
            <a:spLocks noGrp="1"/>
          </p:cNvSpPr>
          <p:nvPr>
            <p:ph type="body" sz="quarter" idx="33" hasCustomPrompt="1"/>
          </p:nvPr>
        </p:nvSpPr>
        <p:spPr>
          <a:xfrm>
            <a:off x="9211502" y="4259144"/>
            <a:ext cx="2413459"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dirty="0"/>
              <a:t>Click to add name</a:t>
            </a:r>
          </a:p>
        </p:txBody>
      </p:sp>
      <p:sp>
        <p:nvSpPr>
          <p:cNvPr id="19" name="Text Placeholder 7">
            <a:extLst>
              <a:ext uri="{FF2B5EF4-FFF2-40B4-BE49-F238E27FC236}">
                <a16:creationId xmlns:a16="http://schemas.microsoft.com/office/drawing/2014/main" id="{DEDD6D3A-1A63-472D-8053-3788409FA4B0}"/>
              </a:ext>
            </a:extLst>
          </p:cNvPr>
          <p:cNvSpPr>
            <a:spLocks noGrp="1"/>
          </p:cNvSpPr>
          <p:nvPr>
            <p:ph type="body" sz="quarter" idx="34" hasCustomPrompt="1"/>
          </p:nvPr>
        </p:nvSpPr>
        <p:spPr>
          <a:xfrm>
            <a:off x="9211503" y="4657081"/>
            <a:ext cx="241479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dirty="0"/>
              <a:t>Click to add title and company</a:t>
            </a:r>
          </a:p>
        </p:txBody>
      </p:sp>
      <p:sp>
        <p:nvSpPr>
          <p:cNvPr id="20" name="Text Placeholder 7">
            <a:extLst>
              <a:ext uri="{FF2B5EF4-FFF2-40B4-BE49-F238E27FC236}">
                <a16:creationId xmlns:a16="http://schemas.microsoft.com/office/drawing/2014/main" id="{8A7D7523-6E2A-4652-9057-9383EAD3750C}"/>
              </a:ext>
            </a:extLst>
          </p:cNvPr>
          <p:cNvSpPr>
            <a:spLocks noGrp="1"/>
          </p:cNvSpPr>
          <p:nvPr>
            <p:ph type="body" sz="quarter" idx="35" hasCustomPrompt="1"/>
          </p:nvPr>
        </p:nvSpPr>
        <p:spPr>
          <a:xfrm>
            <a:off x="9220294" y="5119266"/>
            <a:ext cx="2413459" cy="332160"/>
          </a:xfrm>
          <a:prstGeom prst="rect">
            <a:avLst/>
          </a:prstGeom>
        </p:spPr>
        <p:txBody>
          <a:bodyPr anchor="ctr">
            <a:noAutofit/>
          </a:bodyPr>
          <a:lstStyle>
            <a:lvl1pPr marL="0" indent="0">
              <a:buNone/>
              <a:defRPr sz="1400" b="0"/>
            </a:lvl1pPr>
            <a:lvl2pPr marL="169858" indent="0">
              <a:buNone/>
              <a:defRPr/>
            </a:lvl2pPr>
          </a:lstStyle>
          <a:p>
            <a:r>
              <a:rPr lang="en-US" dirty="0"/>
              <a:t>Click to add email</a:t>
            </a:r>
          </a:p>
        </p:txBody>
      </p:sp>
    </p:spTree>
    <p:extLst>
      <p:ext uri="{BB962C8B-B14F-4D97-AF65-F5344CB8AC3E}">
        <p14:creationId xmlns:p14="http://schemas.microsoft.com/office/powerpoint/2010/main" val="152767519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7200" b="1" dirty="0">
                <a:solidFill>
                  <a:schemeClr val="tx1"/>
                </a:solidFill>
              </a:rPr>
              <a:t>Disclaimers</a:t>
            </a:r>
          </a:p>
          <a:p>
            <a:pPr algn="ctr"/>
            <a:r>
              <a:rPr lang="en-US" sz="7200" b="1" dirty="0">
                <a:solidFill>
                  <a:schemeClr val="tx1"/>
                </a:solidFill>
              </a:rPr>
              <a:t>Must be included at the end of every deliverable</a:t>
            </a:r>
          </a:p>
        </p:txBody>
      </p:sp>
    </p:spTree>
    <p:extLst>
      <p:ext uri="{BB962C8B-B14F-4D97-AF65-F5344CB8AC3E}">
        <p14:creationId xmlns:p14="http://schemas.microsoft.com/office/powerpoint/2010/main" val="36183160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Energ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57212" y="1228397"/>
            <a:ext cx="11077576" cy="4401205"/>
          </a:xfrm>
          <a:prstGeom prst="rect">
            <a:avLst/>
          </a:prstGeom>
          <a:noFill/>
        </p:spPr>
        <p:txBody>
          <a:bodyPr wrap="square" anchor="ctr">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 2025 by S&amp;P Global Inc. All rights reserved.</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S&amp;P Global, the S&amp;P Global logo, S&amp;P Global Energy, and Platts are trademarks of S&amp;P Global Inc. Permission for any commercial use of these trademarks must be obtained in writing from S&amp;P Global Inc.</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a:ea typeface="+mn-ea"/>
                <a:cs typeface="+mn-cs"/>
              </a:rPr>
              <a:t>For all other queries or requests pursuant to this notice, please contact S&amp;P Global Inc. via email at support.energy@spglobal.com.</a:t>
            </a:r>
          </a:p>
        </p:txBody>
      </p:sp>
    </p:spTree>
    <p:extLst>
      <p:ext uri="{BB962C8B-B14F-4D97-AF65-F5344CB8AC3E}">
        <p14:creationId xmlns:p14="http://schemas.microsoft.com/office/powerpoint/2010/main" val="298893045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Companies &amp; Transactions">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74A2754-9801-4B84-AD47-B47EDD265969}"/>
              </a:ext>
              <a:ext uri="{C183D7F6-B498-43B3-948B-1728B52AA6E4}">
                <adec:decorative xmlns:adec="http://schemas.microsoft.com/office/drawing/2017/decorative" val="0"/>
              </a:ext>
            </a:extLst>
          </p:cNvPr>
          <p:cNvSpPr txBox="1"/>
          <p:nvPr userDrawn="1"/>
        </p:nvSpPr>
        <p:spPr>
          <a:xfrm>
            <a:off x="557212" y="1732733"/>
            <a:ext cx="11077576" cy="3392532"/>
          </a:xfrm>
          <a:prstGeom prst="rect">
            <a:avLst/>
          </a:prstGeom>
          <a:noFill/>
        </p:spPr>
        <p:txBody>
          <a:bodyPr wrap="square" anchor="ctr">
            <a:spAutoFit/>
          </a:bodyPr>
          <a:lstStyle/>
          <a:p>
            <a:pPr marL="0" marR="0">
              <a:lnSpc>
                <a:spcPct val="107000"/>
              </a:lnSpc>
              <a:spcBef>
                <a:spcPts val="0"/>
              </a:spcBef>
              <a:spcAft>
                <a:spcPts val="800"/>
              </a:spcAft>
            </a:pPr>
            <a:r>
              <a:rPr lang="en-US" sz="1000" b="1" dirty="0">
                <a:effectLst/>
                <a:latin typeface="Arial" panose="020B0604020202020204" pitchFamily="34" charset="0"/>
                <a:ea typeface="Calibri" panose="020F0502020204030204" pitchFamily="34" charset="0"/>
                <a:cs typeface="Arial" panose="020B0604020202020204" pitchFamily="34" charset="0"/>
              </a:rPr>
              <a:t>Disclaimer</a:t>
            </a:r>
            <a:endParaRPr lang="en-US" sz="1000" dirty="0">
              <a:effectLst/>
              <a:latin typeface="Arial" panose="020B0604020202020204" pitchFamily="34" charset="0"/>
              <a:ea typeface="Calibri" panose="020F0502020204030204" pitchFamily="34" charset="0"/>
              <a:cs typeface="Arial" panose="020B0604020202020204" pitchFamily="34" charset="0"/>
            </a:endParaRPr>
          </a:p>
          <a:p>
            <a:pPr marL="0" marR="0">
              <a:lnSpc>
                <a:spcPct val="107000"/>
              </a:lnSpc>
              <a:spcBef>
                <a:spcPts val="0"/>
              </a:spcBef>
              <a:spcAft>
                <a:spcPts val="800"/>
              </a:spcAft>
            </a:pPr>
            <a:r>
              <a:rPr lang="en-US" sz="1000" dirty="0">
                <a:effectLst/>
                <a:latin typeface="Arial" panose="020B0604020202020204" pitchFamily="34" charset="0"/>
                <a:ea typeface="Calibri" panose="020F0502020204030204" pitchFamily="34" charset="0"/>
                <a:cs typeface="Arial" panose="020B0604020202020204" pitchFamily="34" charset="0"/>
              </a:rPr>
              <a:t>IHS Herold Inc. (“IHS Herold”), a wholly-owned subsidiary of S&amp;P Global, provides data and analysis on the strategy, performance, and valuation of companies in the global energy industry, as well as energy transactions and trends. IHS Herold serves a subscription client base consisting of energy companies, financial institutions, investment managers, and advisory firms. IHS Herold is not affiliated with any broker, dealer, bank, or investment bank. Companies mentioned in this report may be or may have been subscribers to IHS Herold data and research in the past year on terms consistent with all other clients of IHS Herold or clients of any member of the S&amp;P Global group. IHS Herold does not inform any company in advance of the nature or conclusions of its research reports. Analysts do not receive any compensation from the companies on which they report or from any other industry source.</a:t>
            </a:r>
          </a:p>
          <a:p>
            <a:pPr marL="0" marR="0">
              <a:lnSpc>
                <a:spcPct val="107000"/>
              </a:lnSpc>
              <a:spcBef>
                <a:spcPts val="0"/>
              </a:spcBef>
              <a:spcAft>
                <a:spcPts val="800"/>
              </a:spcAft>
            </a:pPr>
            <a:r>
              <a:rPr lang="en-US" sz="1000" dirty="0">
                <a:effectLst/>
                <a:latin typeface="Arial" panose="020B0604020202020204" pitchFamily="34" charset="0"/>
                <a:ea typeface="Calibri" panose="020F0502020204030204" pitchFamily="34" charset="0"/>
                <a:cs typeface="Arial" panose="020B0604020202020204" pitchFamily="34" charset="0"/>
              </a:rPr>
              <a:t>Copyright © 2025 S&amp;P Global. All rights reserved. The [</a:t>
            </a:r>
            <a:r>
              <a:rPr lang="en-US" sz="1000" dirty="0">
                <a:solidFill>
                  <a:srgbClr val="B92051"/>
                </a:solidFill>
                <a:effectLst/>
                <a:latin typeface="Arial" panose="020B0604020202020204" pitchFamily="34" charset="0"/>
                <a:ea typeface="Calibri" panose="020F0502020204030204" pitchFamily="34" charset="0"/>
                <a:cs typeface="Arial" panose="020B0604020202020204" pitchFamily="34" charset="0"/>
              </a:rPr>
              <a:t>Insert publication</a:t>
            </a:r>
            <a:r>
              <a:rPr lang="en-US" sz="1000" dirty="0">
                <a:effectLst/>
                <a:latin typeface="Arial" panose="020B0604020202020204" pitchFamily="34" charset="0"/>
                <a:ea typeface="Calibri" panose="020F0502020204030204" pitchFamily="34" charset="0"/>
                <a:cs typeface="Arial" panose="020B0604020202020204" pitchFamily="34" charset="0"/>
              </a:rPr>
              <a:t>] is published by IHS Herold, 55 Post Rd W, 2nd Floor, Westport, CT 06880, USA for the exclusive use of S&amp;P Global clients. Reproduction of this report, even for internal distribution, is strictly prohibited. The information contained herein has been obtained from sources believed to be reliable, but neither S&amp;P Global nor any of its affiliates guarantees their accuracy or completeness. No information or opinions contained herein constitutes a representation or solicitation for the purchase of any securities of the companies mentioned herein. From time to time, IHS Herold and/or its officers and employees may have long or short positions in the securities mentioned herein or during the past year may have transacted in securities of the companies mentioned. </a:t>
            </a:r>
          </a:p>
          <a:p>
            <a:pPr marL="0" marR="0">
              <a:lnSpc>
                <a:spcPct val="107000"/>
              </a:lnSpc>
              <a:spcBef>
                <a:spcPts val="0"/>
              </a:spcBef>
              <a:spcAft>
                <a:spcPts val="800"/>
              </a:spcAft>
            </a:pPr>
            <a:r>
              <a:rPr lang="en-US" sz="1000" dirty="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 who prepared this report certifies that the views expressed herein accurately reflect the research analyst’s professional opinions, are consistent with established IHS Herold methodologies and standards, and that no part of his or her compensation was, is, or will be directly or indirectly related to specific views contained in this report.</a:t>
            </a:r>
          </a:p>
          <a:p>
            <a:pPr marL="0" marR="0">
              <a:lnSpc>
                <a:spcPct val="107000"/>
              </a:lnSpc>
              <a:spcBef>
                <a:spcPts val="0"/>
              </a:spcBef>
              <a:spcAft>
                <a:spcPts val="800"/>
              </a:spcAft>
            </a:pPr>
            <a:r>
              <a:rPr lang="en-US" sz="1000" dirty="0">
                <a:solidFill>
                  <a:schemeClr val="accent1"/>
                </a:solidFill>
                <a:effectLst/>
                <a:latin typeface="Arial" panose="020B0604020202020204" pitchFamily="34" charset="0"/>
                <a:ea typeface="Calibri" panose="020F0502020204030204" pitchFamily="34" charset="0"/>
                <a:cs typeface="Arial" panose="020B0604020202020204" pitchFamily="34" charset="0"/>
              </a:rPr>
              <a:t>The research analysts who prepared this report certify that the views expressed herein accurately reflect their professional opinions, are consistent with established IHS Herold methodologies and standards, and that no part of their compensation was, is, or will be directly or indirectly related to specific views contained in this report.</a:t>
            </a:r>
          </a:p>
          <a:p>
            <a:pPr marL="0" marR="0" lvl="0" indent="0" algn="l" defTabSz="457200" rtl="0" eaLnBrk="1" fontAlgn="auto" latinLnBrk="0" hangingPunct="1">
              <a:lnSpc>
                <a:spcPct val="107000"/>
              </a:lnSpc>
              <a:spcBef>
                <a:spcPts val="0"/>
              </a:spcBef>
              <a:spcAft>
                <a:spcPts val="800"/>
              </a:spcAft>
              <a:buClrTx/>
              <a:buSzTx/>
              <a:buFontTx/>
              <a:buNone/>
              <a:tabLst/>
              <a:defRPr/>
            </a:pPr>
            <a:r>
              <a:rPr lang="en-US" sz="1000" dirty="0">
                <a:solidFill>
                  <a:schemeClr val="accent1"/>
                </a:solidFill>
                <a:latin typeface="Arial" panose="020B0604020202020204" pitchFamily="34" charset="0"/>
                <a:cs typeface="Arial" panose="020B0604020202020204" pitchFamily="34" charset="0"/>
              </a:rPr>
              <a:t>The analyst that prepared this report has a [long/short] position in the securities of [company] mentioned in this report. This analyst is contractually prohibited from purchasing or selling the securities of this company during the blackout period implemented by IHS Herold for this type of report.</a:t>
            </a:r>
          </a:p>
        </p:txBody>
      </p:sp>
    </p:spTree>
    <p:extLst>
      <p:ext uri="{BB962C8B-B14F-4D97-AF65-F5344CB8AC3E}">
        <p14:creationId xmlns:p14="http://schemas.microsoft.com/office/powerpoint/2010/main" val="6075533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EA77DE4-BCDB-47D9-B82E-92CB162DC268}"/>
              </a:ext>
            </a:extLst>
          </p:cNvPr>
          <p:cNvSpPr txBox="1"/>
          <p:nvPr userDrawn="1"/>
        </p:nvSpPr>
        <p:spPr>
          <a:xfrm>
            <a:off x="0" y="0"/>
            <a:ext cx="12192000" cy="6858000"/>
          </a:xfrm>
          <a:prstGeom prst="rect">
            <a:avLst/>
          </a:prstGeom>
          <a:solidFill>
            <a:schemeClr val="accent5"/>
          </a:solidFill>
        </p:spPr>
        <p:txBody>
          <a:bodyPr wrap="square" rtlCol="0" anchor="ctr">
            <a:noAutofit/>
          </a:bodyPr>
          <a:lstStyle/>
          <a:p>
            <a:pPr algn="ctr">
              <a:lnSpc>
                <a:spcPct val="90000"/>
              </a:lnSpc>
            </a:pPr>
            <a:r>
              <a:rPr lang="en-US" sz="11500" b="1" dirty="0"/>
              <a:t>DO NOT USE LAYOUTS AFTER THIS! </a:t>
            </a:r>
          </a:p>
        </p:txBody>
      </p:sp>
    </p:spTree>
    <p:extLst>
      <p:ext uri="{BB962C8B-B14F-4D97-AF65-F5344CB8AC3E}">
        <p14:creationId xmlns:p14="http://schemas.microsoft.com/office/powerpoint/2010/main" val="8637303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A160B2F-9375-4DE3-A5A0-161BE0A64385}"/>
              </a:ext>
            </a:extLst>
          </p:cNvPr>
          <p:cNvSpPr>
            <a:spLocks noGrp="1"/>
          </p:cNvSpPr>
          <p:nvPr>
            <p:ph type="ftr" sz="quarter" idx="3"/>
          </p:nvPr>
        </p:nvSpPr>
        <p:spPr>
          <a:xfrm>
            <a:off x="6096000" y="0"/>
            <a:ext cx="5535279" cy="317674"/>
          </a:xfrm>
          <a:prstGeom prst="rect">
            <a:avLst/>
          </a:prstGeom>
        </p:spPr>
        <p:txBody>
          <a:bodyPr vert="horz" wrap="none" lIns="0" tIns="0" rIns="0" bIns="0" rtlCol="0" anchor="ctr"/>
          <a:lstStyle>
            <a:lvl1pPr algn="r">
              <a:defRPr sz="900">
                <a:solidFill>
                  <a:schemeClr val="tx1"/>
                </a:solidFill>
              </a:defRPr>
            </a:lvl1pPr>
          </a:lstStyle>
          <a:p>
            <a:r>
              <a:rPr lang="en-US" dirty="0"/>
              <a:t>Section name (optional) / Title / Month 20YY</a:t>
            </a:r>
          </a:p>
        </p:txBody>
      </p:sp>
      <p:sp>
        <p:nvSpPr>
          <p:cNvPr id="6" name="Slide Number Placeholder 5"/>
          <p:cNvSpPr>
            <a:spLocks noGrp="1"/>
          </p:cNvSpPr>
          <p:nvPr userDrawn="1">
            <p:ph type="sldNum" sz="quarter" idx="4"/>
          </p:nvPr>
        </p:nvSpPr>
        <p:spPr>
          <a:xfrm>
            <a:off x="11320251" y="6563709"/>
            <a:ext cx="311576" cy="214804"/>
          </a:xfrm>
          <a:prstGeom prst="rect">
            <a:avLst/>
          </a:prstGeom>
        </p:spPr>
        <p:txBody>
          <a:bodyPr vert="horz" lIns="0" tIns="0" rIns="0" bIns="0" rtlCol="0" anchor="ctr"/>
          <a:lstStyle>
            <a:lvl1pPr algn="r">
              <a:defRPr sz="700">
                <a:solidFill>
                  <a:schemeClr val="tx1"/>
                </a:solidFill>
              </a:defRPr>
            </a:lvl1pPr>
          </a:lstStyle>
          <a:p>
            <a:fld id="{5CFA18E4-D58E-4B28-B105-28D9665A8EBC}" type="slidenum">
              <a:rPr lang="en-US" smtClean="0"/>
              <a:pPr/>
              <a:t>‹#›</a:t>
            </a:fld>
            <a:endParaRPr lang="en-US" dirty="0"/>
          </a:p>
        </p:txBody>
      </p:sp>
      <p:sp>
        <p:nvSpPr>
          <p:cNvPr id="88" name="Title Placeholder 1">
            <a:extLst>
              <a:ext uri="{FF2B5EF4-FFF2-40B4-BE49-F238E27FC236}">
                <a16:creationId xmlns:a16="http://schemas.microsoft.com/office/drawing/2014/main" id="{92E3486A-297A-4953-BF79-0AEFDE6C9C3F}"/>
              </a:ext>
            </a:extLst>
          </p:cNvPr>
          <p:cNvSpPr>
            <a:spLocks noGrp="1"/>
          </p:cNvSpPr>
          <p:nvPr userDrawn="1">
            <p:ph type="title"/>
          </p:nvPr>
        </p:nvSpPr>
        <p:spPr>
          <a:xfrm>
            <a:off x="567039" y="323644"/>
            <a:ext cx="11062709" cy="845439"/>
          </a:xfrm>
          <a:prstGeom prst="rect">
            <a:avLst/>
          </a:prstGeom>
        </p:spPr>
        <p:txBody>
          <a:bodyPr vert="horz" lIns="0" tIns="0" rIns="0" bIns="0" rtlCol="0" anchor="t">
            <a:noAutofit/>
          </a:bodyPr>
          <a:lstStyle/>
          <a:p>
            <a:r>
              <a:rPr lang="en-US"/>
              <a:t>Click to edit Master title style</a:t>
            </a:r>
            <a:endParaRPr lang="en-US" dirty="0"/>
          </a:p>
        </p:txBody>
      </p:sp>
      <p:sp>
        <p:nvSpPr>
          <p:cNvPr id="27" name="Text Placeholder 2">
            <a:extLst>
              <a:ext uri="{FF2B5EF4-FFF2-40B4-BE49-F238E27FC236}">
                <a16:creationId xmlns:a16="http://schemas.microsoft.com/office/drawing/2014/main" id="{F08B5A9E-5A85-46D7-B45C-7C4E83238E02}"/>
              </a:ext>
            </a:extLst>
          </p:cNvPr>
          <p:cNvSpPr>
            <a:spLocks noGrp="1"/>
          </p:cNvSpPr>
          <p:nvPr userDrawn="1">
            <p:ph type="body" idx="1"/>
          </p:nvPr>
        </p:nvSpPr>
        <p:spPr>
          <a:xfrm>
            <a:off x="567039" y="1289097"/>
            <a:ext cx="11064240" cy="426139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0" name="Rectangle 79">
            <a:extLst>
              <a:ext uri="{FF2B5EF4-FFF2-40B4-BE49-F238E27FC236}">
                <a16:creationId xmlns:a16="http://schemas.microsoft.com/office/drawing/2014/main" id="{1284AB22-BA66-47B9-8BEB-416F2BFF4706}"/>
              </a:ext>
              <a:ext uri="{C183D7F6-B498-43B3-948B-1728B52AA6E4}">
                <adec:decorative xmlns:adec="http://schemas.microsoft.com/office/drawing/2017/decorative" val="0"/>
              </a:ext>
            </a:extLst>
          </p:cNvPr>
          <p:cNvSpPr/>
          <p:nvPr userDrawn="1"/>
        </p:nvSpPr>
        <p:spPr>
          <a:xfrm>
            <a:off x="5272088" y="6575649"/>
            <a:ext cx="6129126" cy="200055"/>
          </a:xfrm>
          <a:prstGeom prst="rect">
            <a:avLst/>
          </a:prstGeom>
        </p:spPr>
        <p:txBody>
          <a:bodyPr wrap="square" anchor="b">
            <a:spAutoFit/>
          </a:bodyPr>
          <a:lstStyle/>
          <a:p>
            <a:pPr algn="r"/>
            <a:r>
              <a:rPr lang="en-US" sz="700" dirty="0">
                <a:latin typeface="+mn-lt"/>
              </a:rPr>
              <a:t>© 2025 S&amp;P Global.</a:t>
            </a:r>
          </a:p>
        </p:txBody>
      </p:sp>
    </p:spTree>
    <p:extLst>
      <p:ext uri="{BB962C8B-B14F-4D97-AF65-F5344CB8AC3E}">
        <p14:creationId xmlns:p14="http://schemas.microsoft.com/office/powerpoint/2010/main" val="3674233272"/>
      </p:ext>
    </p:extLst>
  </p:cSld>
  <p:clrMap bg1="lt1" tx1="dk1" bg2="lt2" tx2="dk2" accent1="accent1" accent2="accent2" accent3="accent3" accent4="accent4" accent5="accent5" accent6="accent6" hlink="hlink" folHlink="folHlink"/>
  <p:sldLayoutIdLst>
    <p:sldLayoutId id="2147483001" r:id="rId1"/>
    <p:sldLayoutId id="2147483002" r:id="rId2"/>
    <p:sldLayoutId id="2147483003" r:id="rId3"/>
    <p:sldLayoutId id="2147483004" r:id="rId4"/>
    <p:sldLayoutId id="2147483005" r:id="rId5"/>
    <p:sldLayoutId id="2147483006" r:id="rId6"/>
    <p:sldLayoutId id="2147483007" r:id="rId7"/>
    <p:sldLayoutId id="2147483008" r:id="rId8"/>
    <p:sldLayoutId id="2147483009" r:id="rId9"/>
    <p:sldLayoutId id="2147483010" r:id="rId10"/>
    <p:sldLayoutId id="2147483011" r:id="rId11"/>
    <p:sldLayoutId id="2147483012" r:id="rId12"/>
    <p:sldLayoutId id="2147483013" r:id="rId13"/>
    <p:sldLayoutId id="2147483014" r:id="rId14"/>
    <p:sldLayoutId id="2147483015" r:id="rId15"/>
    <p:sldLayoutId id="2147483016" r:id="rId16"/>
    <p:sldLayoutId id="2147483017" r:id="rId17"/>
    <p:sldLayoutId id="2147483018" r:id="rId18"/>
    <p:sldLayoutId id="2147483019" r:id="rId19"/>
    <p:sldLayoutId id="2147483020" r:id="rId20"/>
    <p:sldLayoutId id="2147483021" r:id="rId21"/>
    <p:sldLayoutId id="2147483022" r:id="rId22"/>
    <p:sldLayoutId id="2147483023" r:id="rId23"/>
    <p:sldLayoutId id="2147483024" r:id="rId24"/>
    <p:sldLayoutId id="2147483025" r:id="rId25"/>
    <p:sldLayoutId id="2147483026" r:id="rId26"/>
    <p:sldLayoutId id="2147483027" r:id="rId27"/>
    <p:sldLayoutId id="2147483028" r:id="rId28"/>
    <p:sldLayoutId id="2147483029" r:id="rId29"/>
    <p:sldLayoutId id="2147483030" r:id="rId30"/>
    <p:sldLayoutId id="2147483031" r:id="rId31"/>
    <p:sldLayoutId id="2147483032" r:id="rId32"/>
    <p:sldLayoutId id="2147483033" r:id="rId33"/>
    <p:sldLayoutId id="2147483034" r:id="rId34"/>
    <p:sldLayoutId id="2147483035" r:id="rId35"/>
    <p:sldLayoutId id="2147483036" r:id="rId36"/>
    <p:sldLayoutId id="2147483037" r:id="rId37"/>
    <p:sldLayoutId id="2147483038" r:id="rId38"/>
    <p:sldLayoutId id="2147483039" r:id="rId39"/>
    <p:sldLayoutId id="2147483040" r:id="rId40"/>
    <p:sldLayoutId id="2147483041" r:id="rId41"/>
    <p:sldLayoutId id="2147483042" r:id="rId42"/>
    <p:sldLayoutId id="2147483043" r:id="rId43"/>
    <p:sldLayoutId id="2147483044" r:id="rId44"/>
    <p:sldLayoutId id="2147483045" r:id="rId45"/>
    <p:sldLayoutId id="2147483046" r:id="rId46"/>
    <p:sldLayoutId id="2147483047" r:id="rId47"/>
    <p:sldLayoutId id="2147483048" r:id="rId48"/>
    <p:sldLayoutId id="2147483049" r:id="rId49"/>
    <p:sldLayoutId id="2147483050" r:id="rId50"/>
    <p:sldLayoutId id="2147483051" r:id="rId51"/>
    <p:sldLayoutId id="2147483052" r:id="rId52"/>
    <p:sldLayoutId id="2147483053" r:id="rId53"/>
    <p:sldLayoutId id="2147483054" r:id="rId54"/>
    <p:sldLayoutId id="2147483055" r:id="rId55"/>
  </p:sldLayoutIdLst>
  <p:hf hdr="0" ftr="0" dt="0"/>
  <p:txStyles>
    <p:titleStyle>
      <a:lvl1pPr algn="l" defTabSz="9144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169863" indent="-169863" algn="l" defTabSz="914400" rtl="0" eaLnBrk="1" latinLnBrk="0" hangingPunct="1">
        <a:lnSpc>
          <a:spcPct val="100000"/>
        </a:lnSpc>
        <a:spcBef>
          <a:spcPts val="0"/>
        </a:spcBef>
        <a:spcAft>
          <a:spcPts val="600"/>
        </a:spcAft>
        <a:buFont typeface="Arial" panose="020B0604020202020204" pitchFamily="34" charset="0"/>
        <a:buChar char="•"/>
        <a:defRPr sz="1600" kern="1200">
          <a:solidFill>
            <a:schemeClr val="tx1"/>
          </a:solidFill>
          <a:latin typeface="+mn-lt"/>
          <a:ea typeface="+mn-ea"/>
          <a:cs typeface="+mn-cs"/>
        </a:defRPr>
      </a:lvl1pPr>
      <a:lvl2pPr marL="341313" indent="-17145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17525" indent="-176213" algn="l" defTabSz="914400" rtl="0" eaLnBrk="1" latinLnBrk="0" hangingPunct="1">
        <a:lnSpc>
          <a:spcPct val="100000"/>
        </a:lnSpc>
        <a:spcBef>
          <a:spcPts val="0"/>
        </a:spcBef>
        <a:spcAft>
          <a:spcPts val="600"/>
        </a:spcAft>
        <a:buFont typeface="Arial" panose="020B0604020202020204" pitchFamily="34" charset="0"/>
        <a:buChar char="•"/>
        <a:tabLst/>
        <a:defRPr sz="1200" kern="1200">
          <a:solidFill>
            <a:schemeClr val="tx1"/>
          </a:solidFill>
          <a:latin typeface="+mn-lt"/>
          <a:ea typeface="+mn-ea"/>
          <a:cs typeface="+mn-cs"/>
        </a:defRPr>
      </a:lvl3pPr>
      <a:lvl4pPr marL="687388" indent="-16986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4pPr>
      <a:lvl5pPr marL="914400" indent="-22701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3840" userDrawn="1">
          <p15:clr>
            <a:srgbClr val="A4A3A4"/>
          </p15:clr>
        </p15:guide>
        <p15:guide id="6" pos="7329" userDrawn="1">
          <p15:clr>
            <a:srgbClr val="F26B43"/>
          </p15:clr>
        </p15:guide>
        <p15:guide id="9" orient="horz" pos="216" userDrawn="1">
          <p15:clr>
            <a:srgbClr val="F26B43"/>
          </p15:clr>
        </p15:guide>
        <p15:guide id="12" orient="horz" pos="3912" userDrawn="1">
          <p15:clr>
            <a:srgbClr val="F26B43"/>
          </p15:clr>
        </p15:guide>
        <p15:guide id="21" pos="35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 Content w/Sub-headline</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 Content w 2 Line Title and Sub-headline</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 Two Content</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 Two Content + Subtitles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 Content 4 Columns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6: Content 5 Columns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7: Content with Sidebar</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8: Title Only</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9: Blank</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10: Content + Image/Icon</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11: Content + Photo White</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12: Content + Photo Black</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13: Content + Photo Blue</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14: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15: Icons 3 Columns Vertical</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16: Icons 3 Columns Horizontal</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17: Icons 4 Columns + Content</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18: Icons 4 Columns + Content Black</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19: Icons 4 Columns + Content Blue</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20: Icons 2 x 3 Columns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21: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22: Content + Chart/Table 1</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23: Chart - Horizontal 2</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24: Chart + Statement 2</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25: Chart + Statement 3</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26: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27: Statement Photo</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28: Statement Black</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29: Statement White</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30: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31: Section Header</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32: Divider 4 Photo</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33: Divider 1</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34: Divider 2</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35: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36: Two Placeholders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37: Three Placeholders 1</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38: Three Placeholders 2</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39: Three Placeholders 3</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40: Four Placeholders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41: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42: Title Image Bottom</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43: Title White - reports and presentations (hIHS)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44: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45: Divider Photo 2</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46: Agenda - presentations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47: TOC - reports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48: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49: Single Author</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50: 2 Authors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51: 3 Authors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52: 4 Authors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53: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54: Energy</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55: Companies &amp; Transactions</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274320"/>
            <a:ext cx="8229600" cy="365760"/>
          </a:xfrm>
          <a:prstGeom prst="rect">
            <a:avLst/>
          </a:prstGeom>
          <a:noFill/>
          <a:ln/>
        </p:spPr>
        <p:txBody>
          <a:bodyPr wrap="square" rtlCol="0" anchor="ctr"/>
          <a:lstStyle/>
          <a:p>
            <a:pPr indent="0" marL="0">
              <a:buNone/>
            </a:pPr>
            <a:r>
              <a:rPr lang="en-US" sz="1400" b="1" dirty="0">
                <a:solidFill>
                  <a:srgbClr val="000000"/>
                </a:solidFill>
              </a:rPr>
              <a:t>Layout 56: ~    </a:t>
            </a:r>
            <a:endParaRPr lang="en-US" sz="1400" dirty="0"/>
          </a:p>
        </p:txBody>
      </p:sp>
      <p:sp>
        <p:nvSpPr>
          <p:cNvPr id="3" name="Text 1"/>
          <p:cNvSpPr/>
          <p:nvPr/>
        </p:nvSpPr>
        <p:spPr>
          <a:xfrm>
            <a:off x="457200" y="731520"/>
            <a:ext cx="8229600" cy="274320"/>
          </a:xfrm>
          <a:prstGeom prst="rect">
            <a:avLst/>
          </a:prstGeom>
          <a:noFill/>
          <a:ln/>
        </p:spPr>
        <p:txBody>
          <a:bodyPr wrap="square" rtlCol="0" anchor="ctr"/>
          <a:lstStyle/>
          <a:p>
            <a:pPr indent="0" marL="0">
              <a:buNone/>
            </a:pPr>
            <a:r>
              <a:rPr lang="en-US" sz="1100" dirty="0">
                <a:solidFill>
                  <a:srgbClr val="666666"/>
                </a:solidFill>
              </a:rPr>
              <a:t>Successfully generated using masterName parameter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1828800"/>
            <a:ext cx="8229600" cy="457200"/>
          </a:xfrm>
          <a:prstGeom prst="rect">
            <a:avLst/>
          </a:prstGeom>
          <a:noFill/>
          <a:ln/>
        </p:spPr>
        <p:txBody>
          <a:bodyPr wrap="square" rtlCol="0" anchor="ctr"/>
          <a:lstStyle/>
          <a:p>
            <a:pPr indent="0" marL="0">
              <a:buNone/>
            </a:pPr>
            <a:r>
              <a:rPr lang="en-US" sz="2400" b="1" dirty="0">
                <a:solidFill>
                  <a:srgbClr val="000000"/>
                </a:solidFill>
              </a:rPr>
              <a:t>Default Layout (57th slide)</a:t>
            </a:r>
            <a:endParaRPr lang="en-US" sz="2400" dirty="0"/>
          </a:p>
        </p:txBody>
      </p:sp>
    </p:spTree>
  </p:cSld>
  <p:clrMapOvr>
    <a:masterClrMapping/>
  </p:clrMapOvr>
</p:sld>
</file>

<file path=ppt/theme/theme1.xml><?xml version="1.0" encoding="utf-8"?>
<a:theme xmlns:a="http://schemas.openxmlformats.org/drawingml/2006/main" name="S-P Global EDP 2025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1" id="{9CA853B5-ECAA-4B0A-AD5E-06420D644B4D}" vid="{87CB819A-DEFF-4208-9237-7051C6C00DB2}"/>
    </a:ext>
  </a:extLst>
</a:theme>
</file>

<file path=ppt/theme/theme2.xml><?xml version="1.0" encoding="utf-8"?>
<a:theme xmlns:a="http://schemas.openxmlformats.org/drawingml/2006/main" name="S-P Global EDP 2025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1" id="{9CA853B5-ECAA-4B0A-AD5E-06420D644B4D}" vid="{87CB819A-DEFF-4208-9237-7051C6C00DB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Notes xmlns="38ba66c5-cb93-4627-974e-dc0680a5f241" xsi:nil="true"/>
    <Trainingvideo xmlns="38ba66c5-cb93-4627-974e-dc0680a5f241">
      <Url xsi:nil="true"/>
      <Description xsi:nil="true"/>
    </Trainingvideo>
    <IconOverlay xmlns="http://schemas.microsoft.com/sharepoint/v4" xsi:nil="true"/>
    <Additionallinks xmlns="38ba66c5-cb93-4627-974e-dc0680a5f241">
      <Url xsi:nil="true"/>
      <Description xsi:nil="true"/>
    </Additionallinks>
    <Writtenhandout_x002f_checklist xmlns="38ba66c5-cb93-4627-974e-dc0680a5f241">
      <Url xsi:nil="true"/>
      <Description xsi:nil="true"/>
    </Writtenhandout_x002f_checklist>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B9EE4FBF6D5A19429BAECE3910427730" ma:contentTypeVersion="12" ma:contentTypeDescription="Create a new document." ma:contentTypeScope="" ma:versionID="8cd689363ba5e17e477e3e69a97e95e0">
  <xsd:schema xmlns:xsd="http://www.w3.org/2001/XMLSchema" xmlns:xs="http://www.w3.org/2001/XMLSchema" xmlns:p="http://schemas.microsoft.com/office/2006/metadata/properties" xmlns:ns2="38ba66c5-cb93-4627-974e-dc0680a5f241" xmlns:ns3="d4f8375b-f15c-4c4c-836f-2d3f5e6eb6c5" xmlns:ns4="http://schemas.microsoft.com/sharepoint/v4" xmlns:ns5="8a08930f-83b0-49d0-84f7-00832a30247f" targetNamespace="http://schemas.microsoft.com/office/2006/metadata/properties" ma:root="true" ma:fieldsID="3a869747ebf997af8b9bafe36fdfe0e7" ns2:_="" ns3:_="" ns4:_="" ns5:_="">
    <xsd:import namespace="38ba66c5-cb93-4627-974e-dc0680a5f241"/>
    <xsd:import namespace="d4f8375b-f15c-4c4c-836f-2d3f5e6eb6c5"/>
    <xsd:import namespace="http://schemas.microsoft.com/sharepoint/v4"/>
    <xsd:import namespace="8a08930f-83b0-49d0-84f7-00832a30247f"/>
    <xsd:element name="properties">
      <xsd:complexType>
        <xsd:sequence>
          <xsd:element name="documentManagement">
            <xsd:complexType>
              <xsd:all>
                <xsd:element ref="ns2:MediaServiceMetadata" minOccurs="0"/>
                <xsd:element ref="ns2:MediaServiceFastMetadata" minOccurs="0"/>
                <xsd:element ref="ns2:Notes" minOccurs="0"/>
                <xsd:element ref="ns3:SharedWithUsers" minOccurs="0"/>
                <xsd:element ref="ns3:SharedWithDetails" minOccurs="0"/>
                <xsd:element ref="ns2:MediaServiceSearchProperties" minOccurs="0"/>
                <xsd:element ref="ns2:MediaServiceDateTaken" minOccurs="0"/>
                <xsd:element ref="ns2:MediaLengthInSeconds" minOccurs="0"/>
                <xsd:element ref="ns2:Trainingvideo" minOccurs="0"/>
                <xsd:element ref="ns2:Writtenhandout_x002f_checklist" minOccurs="0"/>
                <xsd:element ref="ns2:Additionallinks" minOccurs="0"/>
                <xsd:element ref="ns4:IconOverlay" minOccurs="0"/>
                <xsd:element ref="ns5:MediaServiceObjectDetectorVersions" minOccurs="0"/>
                <xsd:element ref="ns5:MediaServiceGenerationTime" minOccurs="0"/>
                <xsd:element ref="ns5: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ba66c5-cb93-4627-974e-dc0680a5f24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s" ma:index="10" nillable="true" ma:displayName="Notes" ma:description="IMPORTANT: Please note that version numbers in this video may be outdated as we continue to fix bugs and make improvements. You´ll always find the most up to date version on this SharePoint page." ma:format="Dropdown" ma:internalName="Notes">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Trainingvideo" ma:index="16" nillable="true" ma:displayName="Training video" ma:format="Hyperlink" ma:internalName="Trainingvideo">
      <xsd:complexType>
        <xsd:complexContent>
          <xsd:extension base="dms:URL">
            <xsd:sequence>
              <xsd:element name="Url" type="dms:ValidUrl" minOccurs="0" nillable="true"/>
              <xsd:element name="Description" type="xsd:string" nillable="true"/>
            </xsd:sequence>
          </xsd:extension>
        </xsd:complexContent>
      </xsd:complexType>
    </xsd:element>
    <xsd:element name="Writtenhandout_x002f_checklist" ma:index="17" nillable="true" ma:displayName="Written handout" ma:format="Image" ma:internalName="Writtenhandout_x002f_checklist">
      <xsd:complexType>
        <xsd:complexContent>
          <xsd:extension base="dms:URL">
            <xsd:sequence>
              <xsd:element name="Url" type="dms:ValidUrl" minOccurs="0" nillable="true"/>
              <xsd:element name="Description" type="xsd:string" nillable="true"/>
            </xsd:sequence>
          </xsd:extension>
        </xsd:complexContent>
      </xsd:complexType>
    </xsd:element>
    <xsd:element name="Additionallinks" ma:index="18" nillable="true" ma:displayName="Useful link" ma:format="Image" ma:internalName="Additionallinks">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4f8375b-f15c-4c4c-836f-2d3f5e6eb6c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9"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a08930f-83b0-49d0-84f7-00832a30247f" elementFormDefault="qualified">
    <xsd:import namespace="http://schemas.microsoft.com/office/2006/documentManagement/types"/>
    <xsd:import namespace="http://schemas.microsoft.com/office/infopath/2007/PartnerControls"/>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BA47C7-53D1-4E5D-BD7E-65E7F707CBD7}">
  <ds:schemaRefs>
    <ds:schemaRef ds:uri="http://schemas.microsoft.com/office/2006/metadata/properties"/>
    <ds:schemaRef ds:uri="http://schemas.microsoft.com/office/infopath/2007/PartnerControls"/>
    <ds:schemaRef ds:uri="a7b088f9-5bd5-4bdb-b5bc-dcadbd2c3ab5"/>
    <ds:schemaRef ds:uri="01a85018-e850-4e17-bfd2-3567c6643c53"/>
    <ds:schemaRef ds:uri="38ba66c5-cb93-4627-974e-dc0680a5f241"/>
    <ds:schemaRef ds:uri="http://schemas.microsoft.com/sharepoint/v4"/>
  </ds:schemaRefs>
</ds:datastoreItem>
</file>

<file path=customXml/itemProps2.xml><?xml version="1.0" encoding="utf-8"?>
<ds:datastoreItem xmlns:ds="http://schemas.openxmlformats.org/officeDocument/2006/customXml" ds:itemID="{89601348-A7A2-41AF-8D98-9AEF97B74D3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ba66c5-cb93-4627-974e-dc0680a5f241"/>
    <ds:schemaRef ds:uri="d4f8375b-f15c-4c4c-836f-2d3f5e6eb6c5"/>
    <ds:schemaRef ds:uri="http://schemas.microsoft.com/sharepoint/v4"/>
    <ds:schemaRef ds:uri="8a08930f-83b0-49d0-84f7-00832a30247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FFAFCF6-E24E-4BDE-8D14-94B027134BE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EDP_2025_16x9_Energy</Template>
  <TotalTime>144</TotalTime>
  <Words>1807</Words>
  <Application>Microsoft Office PowerPoint</Application>
  <PresentationFormat>Widescreen</PresentationFormat>
  <Paragraphs>378</Paragraphs>
  <Slides>19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Google Sans</vt:lpstr>
      <vt:lpstr>Arial</vt:lpstr>
      <vt:lpstr>Arial</vt:lpstr>
      <vt:lpstr>S-P Global EDP 2025 16-9</vt:lpstr>
      <vt:lpstr>[Title max two lines, shrink to fit – must be at least 32pt]</vt:lpstr>
      <vt:lpstr>[Title max two lines, shrink to fit – must be at least 32pt]</vt:lpstr>
      <vt:lpstr>Event Type | Session Name</vt:lpstr>
      <vt:lpstr>[Presenter/Moderator/Panelist] — select a title</vt:lpstr>
      <vt:lpstr>Rules — please review carefully!</vt:lpstr>
      <vt:lpstr>Accessibility</vt:lpstr>
      <vt:lpstr>Resources</vt:lpstr>
      <vt:lpstr>Table samples</vt:lpstr>
      <vt:lpstr>Table samples</vt:lpstr>
      <vt:lpstr>Design assets</vt:lpstr>
      <vt:lpstr>Iconography</vt:lpstr>
      <vt:lpstr>Icon samples: General use</vt:lpstr>
      <vt:lpstr>Icon samples: General use</vt:lpstr>
      <vt:lpstr>Icon samples: General use</vt:lpstr>
      <vt:lpstr>Icon samples: General use</vt:lpstr>
      <vt:lpstr>Icon samples: General use</vt:lpstr>
      <vt:lpstr>Icon samples: General use</vt:lpstr>
      <vt:lpstr>Contact us</vt:lpstr>
      <vt:lpstr>Disclaimer</vt:lpstr>
    </vt:vector>
  </TitlesOfParts>
  <Company>SP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PptxGen</dc:creator>
  <cp:lastModifiedBy>PptxGen</cp:lastModifiedBy>
  <cp:revision>1</cp:revision>
  <dcterms:created xsi:type="dcterms:W3CDTF">2025-11-28T09:57:00Z</dcterms:created>
  <dcterms:modified xsi:type="dcterms:W3CDTF">2025-11-28T12:21:40Z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31f0267-8575-4fc2-99cc-f6b7f9934be9_Enabled">
    <vt:lpwstr>true</vt:lpwstr>
  </property>
  <property fmtid="{D5CDD505-2E9C-101B-9397-08002B2CF9AE}" pid="3" name="MSIP_Label_831f0267-8575-4fc2-99cc-f6b7f9934be9_SetDate">
    <vt:lpwstr>2025-11-19T00:16:38Z</vt:lpwstr>
  </property>
  <property fmtid="{D5CDD505-2E9C-101B-9397-08002B2CF9AE}" pid="4" name="MSIP_Label_831f0267-8575-4fc2-99cc-f6b7f9934be9_Method">
    <vt:lpwstr>Standard</vt:lpwstr>
  </property>
  <property fmtid="{D5CDD505-2E9C-101B-9397-08002B2CF9AE}" pid="5" name="MSIP_Label_831f0267-8575-4fc2-99cc-f6b7f9934be9_Name">
    <vt:lpwstr>831f0267-8575-4fc2-99cc-f6b7f9934be9</vt:lpwstr>
  </property>
  <property fmtid="{D5CDD505-2E9C-101B-9397-08002B2CF9AE}" pid="6" name="MSIP_Label_831f0267-8575-4fc2-99cc-f6b7f9934be9_SiteId">
    <vt:lpwstr>8f3e36ea-8039-4b40-81a7-7dc0599e8645</vt:lpwstr>
  </property>
  <property fmtid="{D5CDD505-2E9C-101B-9397-08002B2CF9AE}" pid="7" name="MSIP_Label_831f0267-8575-4fc2-99cc-f6b7f9934be9_ActionId">
    <vt:lpwstr>8419858e-47ef-4415-98ff-73e00ab96e0c</vt:lpwstr>
  </property>
  <property fmtid="{D5CDD505-2E9C-101B-9397-08002B2CF9AE}" pid="8" name="MSIP_Label_831f0267-8575-4fc2-99cc-f6b7f9934be9_ContentBits">
    <vt:lpwstr>0</vt:lpwstr>
  </property>
  <property fmtid="{D5CDD505-2E9C-101B-9397-08002B2CF9AE}" pid="9" name="MSIP_Label_831f0267-8575-4fc2-99cc-f6b7f9934be9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0x010100B9EE4FBF6D5A19429BAECE3910427730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Notes">
    <vt:lpwstr/>
  </property>
  <property fmtid="{D5CDD505-2E9C-101B-9397-08002B2CF9AE}" pid="18" name="xd_Signature">
    <vt:bool>false</vt:bool>
  </property>
  <property fmtid="{D5CDD505-2E9C-101B-9397-08002B2CF9AE}" pid="19" name="GUID">
    <vt:lpwstr>b3e3049c-3f7a-4aa7-87c5-fac8467452c9</vt:lpwstr>
  </property>
</Properties>
</file>