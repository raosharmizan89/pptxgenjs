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standalone="yes"?>
<p:sldLayout xmlns:a="http://schemas.openxmlformats.org/drawingml/2006/main" xmlns:r="http://schemas.openxmlformats.org/officeDocument/2006/relationships" xmlns:p="http://schemas.openxmlformats.org/presentationml/2006/main" preserve="1" userDrawn="1"><p:cSld name="Content + Photo Black"><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165650854"/></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3.xml><?xml version="1.0" encoding="UTF-8" standalone="yes"?>
<p:sldLayout xmlns:a="http://schemas.openxmlformats.org/drawingml/2006/main" xmlns:r="http://schemas.openxmlformats.org/officeDocument/2006/relationships" xmlns:p="http://schemas.openxmlformats.org/presentationml/2006/main" preserve="1" userDrawn="1"><p:cSld name="Content + Photo Blue"><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016961979"/></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7.xml><?xml version="1.0" encoding="UTF-8" standalone="yes"?>
<p:sldLayout xmlns:a="http://schemas.openxmlformats.org/drawingml/2006/main" xmlns:r="http://schemas.openxmlformats.org/officeDocument/2006/relationships" xmlns:p="http://schemas.openxmlformats.org/presentationml/2006/main" preserve="1" userDrawn="1"><p:cSld name="Statement Photo"><p:spTree><p:nvGrpSpPr><p:cNvPr id="1" name=""/><p:cNvGrpSpPr/><p:nvPr/></p:nvGrpSpPr><p:grpSpPr><a:xfrm><a:off x="0" y="0"/><a:ext cx="0" cy="0"/><a:chOff x="0" y="0"/><a:chExt cx="0" cy="0"/></a:xfrm></p:grpSpPr><p:sp><p:nvSpPr><p:cNvPr id="5" name="Slide Number Placeholder 4"><a:extLst><a:ext uri="{FF2B5EF4-FFF2-40B4-BE49-F238E27FC236}"><a16:creationId xmlns:a16="http://schemas.microsoft.com/office/drawing/2014/main" id="{3FAE9242-AE57-42CB-99F5-9AFC9B96251A}"/></a:ext></a:extLst></p:cNvPr><p:cNvSpPr><a:spLocks noGrp="1"/></p:cNvSpPr><p:nvPr><p:ph type="sldNum" sz="quarter" idx="12"/></p:nvPr></p:nvSpPr><p:spPr/><p:txBody><a:bodyPr/><a:lstStyle><a:lvl1pPr><a:defRPr><a:solidFill><a:schemeClr val="bg1"/></a:solidFill></a:defRPr></a:lvl1pPr></a:lstStyle><a:p><a:fld id="{5CFA18E4-D58E-4B28-B105-28D9665A8EBC}" type="slidenum"><a:rPr lang="en-US" smtClean="0"/><a:pPr/><a:t>‹#›</a:t></a:fld><a:endParaRPr lang="en-US" dirty="0"/></a:p></p:txBody></p:sp><p:sp><p:nvSpPr><p:cNvPr id="8" name="Picture Placeholder 7"><a:extLst><a:ext uri="{FF2B5EF4-FFF2-40B4-BE49-F238E27FC236}"><a16:creationId xmlns:a16="http://schemas.microsoft.com/office/drawing/2014/main" id="{BF7B47CD-8901-46EE-AB48-D0A3C468D400}"/></a:ext><a:ext uri="{C183D7F6-B498-43B3-948B-1728B52AA6E4}"><adec:decorative xmlns:adec="http://schemas.microsoft.com/office/drawing/2017/decorative" val="0"/></a:ext></a:extLst></p:cNvPr><p:cNvSpPr><a:spLocks noGrp="1"/></p:cNvSpPr><p:nvPr><p:ph type="pic" sz="quarter" idx="13" hasCustomPrompt="1"/></p:nvPr></p:nvSpPr><p:spPr><a:xfrm><a:off x="0" y="0"/><a:ext cx="12192000" cy="6858000"/></a:xfrm><a:prstGeom prst="rect"><a:avLst/></a:prstGeom><a:stretch><a:fillRect/></a:stretch></p:blipFill><p:spPr><a:xfrm><a:off x="573308" y="6390576"/><a:ext cx="762002" cy="365761"/></a:xfrm><a:prstGeom prst="rect"><a:avLst/></a:prstGeom></p:spPr></p:pic></p:spTree><p:extLst><p:ext uri="{BB962C8B-B14F-4D97-AF65-F5344CB8AC3E}"><p14:creationId xmlns:p14="http://schemas.microsoft.com/office/powerpoint/2010/main" val="56521050"/></p:ext></p:extLst></p:cSld><p:clrMapOvr><a:masterClrMapping/></p:clrMapOvr></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pic>
        <p:nvPicPr>
          <p:cNvPr id="3" name="Picture 2" descr="A black and red sign with white text&#10;&#10;AI-generated content may be incorrect.">
            <a:extLst>
              <a:ext uri="{FF2B5EF4-FFF2-40B4-BE49-F238E27FC236}">
                <a16:creationId xmlns:a16="http://schemas.microsoft.com/office/drawing/2014/main" id="{9F0BCDB1-7ABE-A698-5094-A6BF19411926}"/>
              </a:ext>
            </a:extLst>
          </p:cNvPr>
          <p:cNvPicPr>
            <a:picLocks noChangeAspect="1"/>
          </p:cNvPicPr>
          <p:nvPr userDrawn="1"/>
        </p:nvPicPr>
        <p:blipFill>
          <a:stretch>
            <a:fillRect/>
          </a:stretch>
        </p:blipFill>
        <p:spPr>
          <a:xfrm>
            <a:off x="567393" y="6392768"/>
            <a:ext cx="762002" cy="365761"/>
          </a:xfrm>
          <a:prstGeom prst="rect">
            <a:avLst/>
          </a:prstGeom>
        </p:spPr>
      </p:pic>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3" name="Picture 2" descr="A black and red sign with white text&#10;&#10;AI-generated content may be incorrect.">
            <a:extLst>
              <a:ext uri="{FF2B5EF4-FFF2-40B4-BE49-F238E27FC236}">
                <a16:creationId xmlns:a16="http://schemas.microsoft.com/office/drawing/2014/main" id="{E04E07AC-4ED4-40D6-AA2D-C28EDF844CE1}"/>
              </a:ext>
            </a:extLst>
          </p:cNvPr>
          <p:cNvPicPr>
            <a:picLocks noChangeAspect="1"/>
          </p:cNvPicPr>
          <p:nvPr userDrawn="1"/>
        </p:nvPicPr>
        <p:blipFill>
          <a:stretch>
            <a:fillRect/>
          </a:stretch>
        </p:blipFill>
        <p:spPr>
          <a:xfrm>
            <a:off x="567393" y="6392768"/>
            <a:ext cx="762002" cy="365761"/>
          </a:xfrm>
          <a:prstGeom prst="rect">
            <a:avLst/>
          </a:prstGeom>
        </p:spPr>
      </p:pic>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pic>
        <p:nvPicPr>
          <p:cNvPr id="3" name="Picture 2" descr="A black background with a black square&#10;&#10;AI-generated content may be incorrect.">
            <a:extLst>
              <a:ext uri="{FF2B5EF4-FFF2-40B4-BE49-F238E27FC236}">
                <a16:creationId xmlns:a16="http://schemas.microsoft.com/office/drawing/2014/main" id="{0F3C4E41-AB49-ECFF-5DFD-1D417449B2EC}"/>
              </a:ext>
            </a:extLst>
          </p:cNvPr>
          <p:cNvPicPr>
            <a:picLocks noChangeAspect="1"/>
          </p:cNvPicPr>
          <p:nvPr userDrawn="1"/>
        </p:nvPicPr>
        <p:blipFill>
          <a:stretch>
            <a:fillRect/>
          </a:stretch>
        </p:blipFill>
        <p:spPr>
          <a:xfrm>
            <a:off x="566956" y="6392768"/>
            <a:ext cx="762002" cy="365761"/>
          </a:xfrm>
          <a:prstGeom prst="rect">
            <a:avLst/>
          </a:prstGeom>
        </p:spPr>
      </p:pic>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pic>
        <p:nvPicPr>
          <p:cNvPr id="2" name="Picture 1" descr="A black background with a black square&#10;&#10;AI-generated content may be incorrect.">
            <a:extLst>
              <a:ext uri="{FF2B5EF4-FFF2-40B4-BE49-F238E27FC236}">
                <a16:creationId xmlns:a16="http://schemas.microsoft.com/office/drawing/2014/main" id="{1E5DAEC1-6D59-A37E-2682-88A6C3B45EB5}"/>
              </a:ext>
            </a:extLst>
          </p:cNvPr>
          <p:cNvPicPr>
            <a:picLocks noChangeAspect="1"/>
          </p:cNvPicPr>
          <p:nvPr userDrawn="1"/>
        </p:nvPicPr>
        <p:blipFill>
          <a:stretch>
            <a:fillRect/>
          </a:stretch>
        </p:blipFill>
        <p:spPr>
          <a:xfrm>
            <a:off x="566956" y="6392768"/>
            <a:ext cx="762002" cy="365761"/>
          </a:xfrm>
          <a:prstGeom prst="rect">
            <a:avLst/>
          </a:prstGeom>
        </p:spPr>
      </p:pic>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4" name="Picture 3" descr="A black and red sign with white text&#10;&#10;AI-generated content may be incorrect.">
            <a:extLst>
              <a:ext uri="{FF2B5EF4-FFF2-40B4-BE49-F238E27FC236}">
                <a16:creationId xmlns:a16="http://schemas.microsoft.com/office/drawing/2014/main" id="{52015A08-D9EA-536C-8498-6BA4410DCA26}"/>
              </a:ext>
            </a:extLst>
          </p:cNvPr>
          <p:cNvPicPr>
            <a:picLocks noChangeAspect="1"/>
          </p:cNvPicPr>
          <p:nvPr userDrawn="1"/>
        </p:nvPicPr>
        <p:blipFill>
          <a:stretch>
            <a:fillRect/>
          </a:stretch>
        </p:blipFill>
        <p:spPr>
          <a:xfrm>
            <a:off x="558362" y="373819"/>
            <a:ext cx="1335027" cy="640081"/>
          </a:xfrm>
          <a:prstGeom prst="rect">
            <a:avLst/>
          </a:prstGeom>
        </p:spPr>
      </p:pic>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4" name="Picture 3" descr="A black background with red letters&#10;&#10;AI-generated content may be incorrect.">
            <a:extLst>
              <a:ext uri="{FF2B5EF4-FFF2-40B4-BE49-F238E27FC236}">
                <a16:creationId xmlns:a16="http://schemas.microsoft.com/office/drawing/2014/main" id="{4A2EBAF9-551D-037B-7912-97DD41591E7E}"/>
              </a:ext>
            </a:extLst>
          </p:cNvPr>
          <p:cNvPicPr>
            <a:picLocks noChangeAspect="1"/>
          </p:cNvPicPr>
          <p:nvPr userDrawn="1"/>
        </p:nvPicPr>
        <p:blipFill>
          <a:stretch>
            <a:fillRect/>
          </a:stretch>
        </p:blipFill>
        <p:spPr>
          <a:xfrm>
            <a:off x="556311" y="373829"/>
            <a:ext cx="1335027" cy="640081"/>
          </a:xfrm>
          <a:prstGeom prst="rect">
            <a:avLst/>
          </a:prstGeom>
        </p:spPr>
      </p:pic>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pic>
        <p:nvPicPr>
          <p:cNvPr id="4" name="Picture 3" descr="A black background with red text&#10;&#10;AI-generated content may be incorrect.">
            <a:extLst>
              <a:ext uri="{FF2B5EF4-FFF2-40B4-BE49-F238E27FC236}">
                <a16:creationId xmlns:a16="http://schemas.microsoft.com/office/drawing/2014/main" id="{E1F2701C-8C67-AC6C-D70E-A8CC1E78FB0A}"/>
              </a:ext>
            </a:extLst>
          </p:cNvPr>
          <p:cNvPicPr>
            <a:picLocks noChangeAspect="1"/>
          </p:cNvPicPr>
          <p:nvPr userDrawn="1"/>
        </p:nvPicPr>
        <p:blipFill>
          <a:stretch>
            <a:fillRect/>
          </a:stretch>
        </p:blipFill>
        <p:spPr>
          <a:xfrm>
            <a:off x="567039" y="6395945"/>
            <a:ext cx="762002" cy="365761"/>
          </a:xfrm>
          <a:prstGeom prst="rect">
            <a:avLst/>
          </a:prstGeom>
        </p:spPr>
      </p:pic>
    </p:spTree>
    <p:extLst>
      <p:ext uri="{BB962C8B-B14F-4D97-AF65-F5344CB8AC3E}">
        <p14:creationId xmlns:p14="http://schemas.microsoft.com/office/powerpoint/2010/main" val="298893045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pic>
        <p:nvPicPr>
          <p:cNvPr id="2" name="Picture 1" descr="A black background with red text&#10;&#10;AI-generated content may be incorrect.">
            <a:extLst>
              <a:ext uri="{FF2B5EF4-FFF2-40B4-BE49-F238E27FC236}">
                <a16:creationId xmlns:a16="http://schemas.microsoft.com/office/drawing/2014/main" id="{7E6371FB-9427-CA33-5F3B-8EACB8A3B9F0}"/>
              </a:ext>
            </a:extLst>
          </p:cNvPr>
          <p:cNvPicPr>
            <a:picLocks noChangeAspect="1"/>
          </p:cNvPicPr>
          <p:nvPr userDrawn="1"/>
        </p:nvPicPr>
        <p:blipFill>
          <a:stretch>
            <a:fillRect/>
          </a:stretch>
        </p:blipFill>
        <p:spPr>
          <a:xfrm>
            <a:off x="567039" y="6395945"/>
            <a:ext cx="762002" cy="365761"/>
          </a:xfrm>
          <a:prstGeom prst="rect">
            <a:avLst/>
          </a:prstGeom>
        </p:spPr>
      </p:pic>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Test Slide 1</a:t>
            </a:r>
            <a:endParaRPr lang="en-US" sz="2400" dirty="0"/>
          </a:p>
        </p:txBody>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600" dirty="0">
                <a:solidFill>
                  <a:srgbClr val="666666"/>
                </a:solidFill>
              </a:rPr>
              <a:t>Layout: "Content w/Sub-headline"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Test Slide 2</a:t>
            </a:r>
            <a:endParaRPr lang="en-US" sz="2400" dirty="0"/>
          </a:p>
        </p:txBody>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600" dirty="0">
                <a:solidFill>
                  <a:srgbClr val="666666"/>
                </a:solidFill>
              </a:rPr>
              <a:t>Layout: "Two Content"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Test Slide 3</a:t>
            </a:r>
            <a:endParaRPr lang="en-US" sz="2400" dirty="0"/>
          </a:p>
        </p:txBody>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600" dirty="0">
                <a:solidFill>
                  <a:srgbClr val="666666"/>
                </a:solidFill>
              </a:rPr>
              <a:t>Layout: "Content 4 Columns"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Test Slide 4</a:t>
            </a:r>
            <a:endParaRPr lang="en-US" sz="2400" dirty="0"/>
          </a:p>
        </p:txBody>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600" dirty="0">
                <a:solidFill>
                  <a:srgbClr val="666666"/>
                </a:solidFill>
              </a:rPr>
              <a:t>Layout: "Title Only"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Test Slide 5</a:t>
            </a:r>
            <a:endParaRPr lang="en-US" sz="2400" dirty="0"/>
          </a:p>
        </p:txBody>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600" dirty="0">
                <a:solidFill>
                  <a:srgbClr val="666666"/>
                </a:solidFill>
              </a:rPr>
              <a:t>Layout: "Blank"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Test Slide 6</a:t>
            </a:r>
            <a:endParaRPr lang="en-US" sz="2400" dirty="0"/>
          </a:p>
        </p:txBody>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600" dirty="0">
                <a:solidFill>
                  <a:srgbClr val="666666"/>
                </a:solidFill>
              </a:rPr>
              <a:t>Layout: "Content + Photo White"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Test Slide 7</a:t>
            </a:r>
            <a:endParaRPr lang="en-US" sz="2400" dirty="0"/>
          </a:p>
        </p:txBody>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600" dirty="0">
                <a:solidFill>
                  <a:srgbClr val="666666"/>
                </a:solidFill>
              </a:rPr>
              <a:t>Layout: "Section Header"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Test Slide 8</a:t>
            </a:r>
            <a:endParaRPr lang="en-US" sz="2400" dirty="0"/>
          </a:p>
        </p:txBody>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600" dirty="0">
                <a:solidFill>
                  <a:srgbClr val="666666"/>
                </a:solidFill>
              </a:rPr>
              <a:t>Layout: "Single Author"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Default Layout Test</a:t>
            </a:r>
            <a:endParaRPr lang="en-US" sz="24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