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553B1B-F09C-4BCE-B1ED-5F7876CB717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FB18-5DF1-419A-B975-14AFDDD65B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5C0A2CC-8C09-4333-9F19-4CE0A59F3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40" y="347472"/>
            <a:ext cx="11060912" cy="826477"/>
          </a:xfrm>
        </p:spPr>
        <p:txBody>
          <a:bodyPr/>
          <a:lstStyle/>
          <a:p>
            <a:r>
              <a:rPr lang="en-US" dirty="0"/>
              <a:t>[Headline]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E0BB-9159-43DF-B78A-D878AD54B30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67037" y="1257300"/>
            <a:ext cx="11064240" cy="4343400"/>
          </a:xfrm>
        </p:spPr>
        <p:txBody>
          <a:bodyPr/>
          <a:lstStyle/>
          <a:p>
            <a:pPr lvl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[Click to add content]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47493D5F-84BF-4940-A104-ECCA1C189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 dirty="0"/>
              <a:t>[Source / Legal disclaimer / Footnote]</a:t>
            </a:r>
          </a:p>
        </p:txBody>
      </p:sp>
    </p:spTree>
    <p:extLst>
      <p:ext uri="{BB962C8B-B14F-4D97-AF65-F5344CB8AC3E}">
        <p14:creationId xmlns:p14="http://schemas.microsoft.com/office/powerpoint/2010/main" val="28419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2" userDrawn="1">
          <p15:clr>
            <a:srgbClr val="FBAE40"/>
          </p15:clr>
        </p15:guide>
        <p15:guide id="2" orient="horz" pos="352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160B2F-9375-4DE3-A5A0-161BE0A64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0"/>
            <a:ext cx="5535279" cy="31767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20251" y="6563709"/>
            <a:ext cx="311576" cy="2148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8" name="Title Placeholder 1">
            <a:extLst>
              <a:ext uri="{FF2B5EF4-FFF2-40B4-BE49-F238E27FC236}">
                <a16:creationId xmlns:a16="http://schemas.microsoft.com/office/drawing/2014/main" id="{92E3486A-297A-4953-BF79-0AEFDE6C9C3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67039" y="323644"/>
            <a:ext cx="11062709" cy="845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08B5A9E-5A85-46D7-B45C-7C4E83238E0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67039" y="1289097"/>
            <a:ext cx="11064240" cy="4261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284AB22-BA66-47B9-8BEB-416F2BFF47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5272088" y="6575649"/>
            <a:ext cx="6129126" cy="20005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en-US" sz="700" dirty="0">
                <a:latin typeface="+mn-lt"/>
              </a:rPr>
              <a:t>© 2025 S&amp;P Global.</a:t>
            </a:r>
          </a:p>
        </p:txBody>
      </p:sp>
    </p:spTree>
    <p:extLst>
      <p:ext uri="{BB962C8B-B14F-4D97-AF65-F5344CB8AC3E}">
        <p14:creationId xmlns:p14="http://schemas.microsoft.com/office/powerpoint/2010/main" val="36742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00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216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S1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-P Global EDP 2025 16-9">
  <a:themeElements>
    <a:clrScheme name="Custom 11">
      <a:dk1>
        <a:srgbClr val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F82AF"/>
      </a:hlink>
      <a:folHlink>
        <a:srgbClr val="0D6E95"/>
      </a:folHlink>
    </a:clrScheme>
    <a:fontScheme name="SP Global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Aft>
            <a:spcPts val="200"/>
          </a:spcAft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200"/>
          </a:spcAft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4">
      <a:srgbClr val="6CABBB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4">
      <a:srgbClr val="B280B6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Presentation1" id="{9CA853B5-ECAA-4B0A-AD5E-06420D644B4D}" vid="{87CB819A-DEFF-4208-9237-7051C6C00DB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EDP_2025_16x9_Energy</Template>
  <TotalTime>144</TotalTime>
  <Words>1807</Words>
  <Application>Microsoft Office PowerPoint</Application>
  <PresentationFormat>Widescreen</PresentationFormat>
  <Paragraphs>378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Google Sans</vt:lpstr>
      <vt:lpstr>Arial</vt:lpstr>
      <vt:lpstr>Arial</vt:lpstr>
      <vt:lpstr>S-P Global EDP 2025 16-9</vt:lpstr>
      <vt:lpstr>[Title max two lines, shrink to fit – must be at least 32pt]</vt:lpstr>
      <vt:lpstr>[Title max two lines, shrink to fit – must be at least 32pt]</vt:lpstr>
      <vt:lpstr>Event Type | Session Name</vt:lpstr>
      <vt:lpstr>[Presenter/Moderator/Panelist] — select a title</vt:lpstr>
      <vt:lpstr>Rules — please review carefully!</vt:lpstr>
      <vt:lpstr>Accessibility</vt:lpstr>
      <vt:lpstr>Resources</vt:lpstr>
      <vt:lpstr>Table samples</vt:lpstr>
      <vt:lpstr>Table samples</vt:lpstr>
      <vt:lpstr>Design assets</vt:lpstr>
      <vt:lpstr>Iconography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Contact us</vt:lpstr>
      <vt:lpstr>Disclaimer</vt:lpstr>
    </vt:vector>
  </TitlesOfParts>
  <Company>SP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</dc:creator>
  <cp:lastModifiedBy>PptxGen</cp:lastModifiedBy>
  <cp:revision>1</cp:revision>
  <dcterms:created xsi:type="dcterms:W3CDTF">2025-11-28T09:57:00Z</dcterms:created>
  <dcterms:modified xsi:type="dcterms:W3CDTF">2025-11-28T12:21:40Z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1f0267-8575-4fc2-99cc-f6b7f9934be9_Enabled">
    <vt:lpwstr>true</vt:lpwstr>
  </property>
  <property fmtid="{D5CDD505-2E9C-101B-9397-08002B2CF9AE}" pid="3" name="MSIP_Label_831f0267-8575-4fc2-99cc-f6b7f9934be9_SetDate">
    <vt:lpwstr>2025-11-19T00:16:38Z</vt:lpwstr>
  </property>
  <property fmtid="{D5CDD505-2E9C-101B-9397-08002B2CF9AE}" pid="4" name="MSIP_Label_831f0267-8575-4fc2-99cc-f6b7f9934be9_Method">
    <vt:lpwstr>Standard</vt:lpwstr>
  </property>
  <property fmtid="{D5CDD505-2E9C-101B-9397-08002B2CF9AE}" pid="5" name="MSIP_Label_831f0267-8575-4fc2-99cc-f6b7f9934be9_Name">
    <vt:lpwstr>831f0267-8575-4fc2-99cc-f6b7f9934be9</vt:lpwstr>
  </property>
  <property fmtid="{D5CDD505-2E9C-101B-9397-08002B2CF9AE}" pid="6" name="MSIP_Label_831f0267-8575-4fc2-99cc-f6b7f9934be9_SiteId">
    <vt:lpwstr>8f3e36ea-8039-4b40-81a7-7dc0599e8645</vt:lpwstr>
  </property>
  <property fmtid="{D5CDD505-2E9C-101B-9397-08002B2CF9AE}" pid="7" name="MSIP_Label_831f0267-8575-4fc2-99cc-f6b7f9934be9_ActionId">
    <vt:lpwstr>8419858e-47ef-4415-98ff-73e00ab96e0c</vt:lpwstr>
  </property>
  <property fmtid="{D5CDD505-2E9C-101B-9397-08002B2CF9AE}" pid="8" name="MSIP_Label_831f0267-8575-4fc2-99cc-f6b7f9934be9_ContentBits">
    <vt:lpwstr>0</vt:lpwstr>
  </property>
  <property fmtid="{D5CDD505-2E9C-101B-9397-08002B2CF9AE}" pid="9" name="MSIP_Label_831f0267-8575-4fc2-99cc-f6b7f9934be9_Tag">
    <vt:lpwstr>10, 3, 0, 1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ntentTypeId">
    <vt:lpwstr>0x010100B9EE4FBF6D5A19429BAECE3910427730</vt:lpwstr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Notes">
    <vt:lpwstr/>
  </property>
  <property fmtid="{D5CDD505-2E9C-101B-9397-08002B2CF9AE}" pid="18" name="xd_Signature">
    <vt:bool>false</vt:bool>
  </property>
  <property fmtid="{D5CDD505-2E9C-101B-9397-08002B2CF9AE}" pid="19" name="GUID">
    <vt:lpwstr>b3e3049c-3f7a-4aa7-87c5-fac8467452c9</vt:lpwstr>
  </property>
</Properties>
</file>