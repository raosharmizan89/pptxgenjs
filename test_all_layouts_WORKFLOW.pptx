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customXml" Target="../customXml/item1.xml"/><Relationship Id="rId48" Type="http://schemas.openxmlformats.org/officeDocument/2006/relationships/customXml" Target="../customXml/item2.xml"/><Relationship Id="rId49"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4.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a:t>
            </a:r>
            <a:endParaRPr lang="en-US" dirty="0"/>
          </a:p>
        </p:txBody>
      </p:sp>
      <p:sp>
        <p:nvSpPr>
          <p:cNvPr id="3"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4" name="Text 0"/>
          <p:cNvSpPr/>
          <p:nvPr>
            <p:ph idx="17" type="body" hasCustomPrompt="1"/>
          </p:nvPr>
        </p:nvSpPr>
        <p:spPr>
          <a:xfrm>
            <a:off x="475488" y="25786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5"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6" name="Text 0"/>
          <p:cNvSpPr/>
          <p:nvPr>
            <p:ph idx="18"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20"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22"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9"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20"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24"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4</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7" name="Text 0"/>
          <p:cNvSpPr/>
          <p:nvPr>
            <p:ph idx="22"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9" name="Text 0"/>
          <p:cNvSpPr/>
          <p:nvPr>
            <p:ph idx="20" type="body" hasCustomPrompt="1"/>
          </p:nvPr>
        </p:nvSpPr>
        <p:spPr>
          <a:xfrm>
            <a:off x="59618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0"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3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5</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7" name="Text 0"/>
          <p:cNvSpPr/>
          <p:nvPr>
            <p:ph idx="24"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9" name="Text 0"/>
          <p:cNvSpPr/>
          <p:nvPr>
            <p:ph idx="25" type="body" hasCustomPrompt="1"/>
          </p:nvPr>
        </p:nvSpPr>
        <p:spPr>
          <a:xfrm>
            <a:off x="59618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0"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1" name="Text 0"/>
          <p:cNvSpPr/>
          <p:nvPr>
            <p:ph idx="26" type="body" hasCustomPrompt="1"/>
          </p:nvPr>
        </p:nvSpPr>
        <p:spPr>
          <a:xfrm>
            <a:off x="59618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2"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3" name="Text 0"/>
          <p:cNvSpPr/>
          <p:nvPr>
            <p:ph idx="27" type="body" hasCustomPrompt="1"/>
          </p:nvPr>
        </p:nvSpPr>
        <p:spPr>
          <a:xfrm>
            <a:off x="5961888" y="8065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4"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3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6</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7" name="Text 0"/>
          <p:cNvSpPr/>
          <p:nvPr>
            <p:ph idx="24"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9" name="Text 0"/>
          <p:cNvSpPr/>
          <p:nvPr>
            <p:ph idx="25" type="body" hasCustomPrompt="1"/>
          </p:nvPr>
        </p:nvSpPr>
        <p:spPr>
          <a:xfrm>
            <a:off x="59618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0"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1" name="Text 0"/>
          <p:cNvSpPr/>
          <p:nvPr>
            <p:ph idx="26" type="body" hasCustomPrompt="1"/>
          </p:nvPr>
        </p:nvSpPr>
        <p:spPr>
          <a:xfrm>
            <a:off x="59618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2"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3" name="Text 0"/>
          <p:cNvSpPr/>
          <p:nvPr>
            <p:ph idx="27" type="body" hasCustomPrompt="1"/>
          </p:nvPr>
        </p:nvSpPr>
        <p:spPr>
          <a:xfrm>
            <a:off x="5961888" y="8065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4"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5" name="Text 0"/>
          <p:cNvSpPr/>
          <p:nvPr>
            <p:ph idx="28" type="body" hasCustomPrompt="1"/>
          </p:nvPr>
        </p:nvSpPr>
        <p:spPr>
          <a:xfrm>
            <a:off x="5961888" y="94366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6"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23"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7</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22"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2"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Sidebar text for this placeholder. </a:t>
            </a:r>
            <a:endParaRPr lang="en-US" dirty="0"/>
          </a:p>
        </p:txBody>
      </p:sp>
      <p:sp>
        <p:nvSpPr>
          <p:cNvPr id="8"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20"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8</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20"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9</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24"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10</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8"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2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8" name="Text 0"/>
          <p:cNvSpPr/>
          <p:nvPr>
            <p:ph idx="1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24"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4"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11</a:t>
            </a:r>
            <a:endParaRPr lang="en-US" dirty="0"/>
          </a:p>
        </p:txBody>
      </p:sp>
      <p:sp>
        <p:nvSpPr>
          <p:cNvPr id="5"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6" name="Text 0"/>
          <p:cNvSpPr/>
          <p:nvPr>
            <p:ph idx="18"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7" name="Text 0"/>
          <p:cNvSpPr/>
          <p:nvPr>
            <p:ph idx="23"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2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23"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4"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12</a:t>
            </a:r>
            <a:endParaRPr lang="en-US" dirty="0"/>
          </a:p>
        </p:txBody>
      </p:sp>
      <p:sp>
        <p:nvSpPr>
          <p:cNvPr id="5"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6" name="Text 0"/>
          <p:cNvSpPr/>
          <p:nvPr>
            <p:ph idx="18"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7" name="Text 0"/>
          <p:cNvSpPr/>
          <p:nvPr>
            <p:ph idx="24"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8" name="Text 0"/>
          <p:cNvSpPr/>
          <p:nvPr>
            <p:ph idx="22"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23"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4"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13</a:t>
            </a:r>
            <a:endParaRPr lang="en-US" dirty="0"/>
          </a:p>
        </p:txBody>
      </p:sp>
      <p:sp>
        <p:nvSpPr>
          <p:cNvPr id="5"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6" name="Text 0"/>
          <p:cNvSpPr/>
          <p:nvPr>
            <p:ph idx="18"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7" name="Text 0"/>
          <p:cNvSpPr/>
          <p:nvPr>
            <p:ph idx="22"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24"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3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14</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7"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8" name="Text 0"/>
          <p:cNvSpPr/>
          <p:nvPr>
            <p:ph idx="24"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1" name="Text 0"/>
          <p:cNvSpPr/>
          <p:nvPr>
            <p:ph idx="25" type="body" hasCustomPrompt="1"/>
          </p:nvPr>
        </p:nvSpPr>
        <p:spPr>
          <a:xfrm>
            <a:off x="59618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2"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3"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4" name="Text 0"/>
          <p:cNvSpPr/>
          <p:nvPr>
            <p:ph idx="26" type="body" hasCustomPrompt="1"/>
          </p:nvPr>
        </p:nvSpPr>
        <p:spPr>
          <a:xfrm>
            <a:off x="475488" y="94366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5"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28"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15</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7"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8" name="Text 0"/>
          <p:cNvSpPr/>
          <p:nvPr>
            <p:ph idx="24"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1" name="Text 0"/>
          <p:cNvSpPr/>
          <p:nvPr>
            <p:ph idx="30" type="body" hasCustomPrompt="1"/>
          </p:nvPr>
        </p:nvSpPr>
        <p:spPr>
          <a:xfrm>
            <a:off x="59618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2"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3"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4" name="Text 0"/>
          <p:cNvSpPr/>
          <p:nvPr>
            <p:ph idx="32" type="body" hasCustomPrompt="1"/>
          </p:nvPr>
        </p:nvSpPr>
        <p:spPr>
          <a:xfrm>
            <a:off x="475488" y="94366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5"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16</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3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8" name="Text 0"/>
          <p:cNvSpPr/>
          <p:nvPr>
            <p:ph idx="41"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10" name="Text 0"/>
          <p:cNvSpPr/>
          <p:nvPr>
            <p:ph idx="29" type="body" hasCustomPrompt="1"/>
          </p:nvPr>
        </p:nvSpPr>
        <p:spPr>
          <a:xfrm>
            <a:off x="4754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1"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2"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3" name="Text 0"/>
          <p:cNvSpPr/>
          <p:nvPr>
            <p:ph idx="37" type="body" hasCustomPrompt="1"/>
          </p:nvPr>
        </p:nvSpPr>
        <p:spPr>
          <a:xfrm>
            <a:off x="5961888" y="8065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4"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5"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6" name="Text 0"/>
          <p:cNvSpPr/>
          <p:nvPr>
            <p:ph idx="39" type="body" hasCustomPrompt="1"/>
          </p:nvPr>
        </p:nvSpPr>
        <p:spPr>
          <a:xfrm>
            <a:off x="475488" y="10808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7"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8"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9"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17</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3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8"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9"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0" name="Text 0"/>
          <p:cNvSpPr/>
          <p:nvPr>
            <p:ph idx="29" type="body" hasCustomPrompt="1"/>
          </p:nvPr>
        </p:nvSpPr>
        <p:spPr>
          <a:xfrm>
            <a:off x="4754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1"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2"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3" name="Text 0"/>
          <p:cNvSpPr/>
          <p:nvPr>
            <p:ph idx="30" type="body" hasCustomPrompt="1"/>
          </p:nvPr>
        </p:nvSpPr>
        <p:spPr>
          <a:xfrm>
            <a:off x="5961888" y="8065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4"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5"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6" name="Text 0"/>
          <p:cNvSpPr/>
          <p:nvPr>
            <p:ph idx="31" type="body" hasCustomPrompt="1"/>
          </p:nvPr>
        </p:nvSpPr>
        <p:spPr>
          <a:xfrm>
            <a:off x="475488" y="10808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7"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8"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9" name="Text 0"/>
          <p:cNvSpPr/>
          <p:nvPr>
            <p:ph idx="32" type="body" hasCustomPrompt="1"/>
          </p:nvPr>
        </p:nvSpPr>
        <p:spPr>
          <a:xfrm>
            <a:off x="5961888" y="12179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18</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3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8"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9"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0" name="Text 0"/>
          <p:cNvSpPr/>
          <p:nvPr>
            <p:ph idx="29" type="body" hasCustomPrompt="1"/>
          </p:nvPr>
        </p:nvSpPr>
        <p:spPr>
          <a:xfrm>
            <a:off x="4754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1"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2"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3" name="Text 0"/>
          <p:cNvSpPr/>
          <p:nvPr>
            <p:ph idx="30" type="body" hasCustomPrompt="1"/>
          </p:nvPr>
        </p:nvSpPr>
        <p:spPr>
          <a:xfrm>
            <a:off x="5961888" y="8065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4"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5"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6" name="Text 0"/>
          <p:cNvSpPr/>
          <p:nvPr>
            <p:ph idx="31" type="body" hasCustomPrompt="1"/>
          </p:nvPr>
        </p:nvSpPr>
        <p:spPr>
          <a:xfrm>
            <a:off x="475488" y="10808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7" name="Text 0"/>
          <p:cNvSpPr/>
          <p:nvPr>
            <p:ph idx="27"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8" name="Text 0"/>
          <p:cNvSpPr/>
          <p:nvPr>
            <p:ph idx="25"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9" name="Text 0"/>
          <p:cNvSpPr/>
          <p:nvPr>
            <p:ph idx="32" type="body" hasCustomPrompt="1"/>
          </p:nvPr>
        </p:nvSpPr>
        <p:spPr>
          <a:xfrm>
            <a:off x="5961888" y="12179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38"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19</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7"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8" name="Text 0"/>
          <p:cNvSpPr/>
          <p:nvPr>
            <p:ph idx="24"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1" name="Text 0"/>
          <p:cNvSpPr/>
          <p:nvPr>
            <p:ph idx="25" type="body" hasCustomPrompt="1"/>
          </p:nvPr>
        </p:nvSpPr>
        <p:spPr>
          <a:xfrm>
            <a:off x="5961888" y="6693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2"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3"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4" name="Text 0"/>
          <p:cNvSpPr/>
          <p:nvPr>
            <p:ph idx="34" type="body" hasCustomPrompt="1"/>
          </p:nvPr>
        </p:nvSpPr>
        <p:spPr>
          <a:xfrm>
            <a:off x="475488" y="94366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5"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6"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17" name="Text 0"/>
          <p:cNvSpPr/>
          <p:nvPr>
            <p:ph idx="30" type="body" hasCustomPrompt="1"/>
          </p:nvPr>
        </p:nvSpPr>
        <p:spPr>
          <a:xfrm>
            <a:off x="5961888" y="10808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8"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9"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20" name="Text 0"/>
          <p:cNvSpPr/>
          <p:nvPr>
            <p:ph idx="31" type="body" hasCustomPrompt="1"/>
          </p:nvPr>
        </p:nvSpPr>
        <p:spPr>
          <a:xfrm>
            <a:off x="475488" y="135514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21"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2" name="Text 0"/>
          <p:cNvSpPr/>
          <p:nvPr>
            <p:ph idx="16"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Subtitle Text</a:t>
            </a:r>
            <a:endParaRPr lang="en-US" dirty="0"/>
          </a:p>
        </p:txBody>
      </p:sp>
      <p:sp>
        <p:nvSpPr>
          <p:cNvPr id="23" name="Text 0"/>
          <p:cNvSpPr/>
          <p:nvPr>
            <p:ph idx="37" type="body" hasCustomPrompt="1"/>
          </p:nvPr>
        </p:nvSpPr>
        <p:spPr>
          <a:xfrm>
            <a:off x="5961888" y="149230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24"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20</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8"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36"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5"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[placeholder_15]</a:t>
            </a:r>
            <a:endParaRPr lang="en-US" dirty="0"/>
          </a:p>
        </p:txBody>
      </p:sp>
      <p:sp>
        <p:nvSpPr>
          <p:cNvPr id="8" name="Text 0"/>
          <p:cNvSpPr/>
          <p:nvPr>
            <p:ph idx="37"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9"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20"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21</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5"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Statement text for this placeholder.</a:t>
            </a:r>
            <a:endParaRPr lang="en-US" dirty="0"/>
          </a:p>
        </p:txBody>
      </p:sp>
      <p:sp>
        <p:nvSpPr>
          <p:cNvPr id="7" name="Text 0"/>
          <p:cNvSpPr/>
          <p:nvPr>
            <p:ph idx="16"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[placeholder_16]</a:t>
            </a:r>
            <a:endParaRPr lang="en-US" dirty="0"/>
          </a:p>
        </p:txBody>
      </p:sp>
      <p:sp>
        <p:nvSpPr>
          <p:cNvPr id="8" name="Text 0"/>
          <p:cNvSpPr/>
          <p:nvPr>
            <p:ph idx="21"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9"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20"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22</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5"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Statement text for this placeholder.</a:t>
            </a:r>
            <a:endParaRPr lang="en-US" dirty="0"/>
          </a:p>
        </p:txBody>
      </p:sp>
      <p:sp>
        <p:nvSpPr>
          <p:cNvPr id="7" name="Text 0"/>
          <p:cNvSpPr/>
          <p:nvPr>
            <p:ph idx="16"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[placeholder_16]</a:t>
            </a:r>
            <a:endParaRPr lang="en-US" dirty="0"/>
          </a:p>
        </p:txBody>
      </p:sp>
      <p:sp>
        <p:nvSpPr>
          <p:cNvPr id="8" name="Text 0"/>
          <p:cNvSpPr/>
          <p:nvPr>
            <p:ph idx="21"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
        <p:nvSpPr>
          <p:cNvPr id="9" name="Text 0"/>
          <p:cNvSpPr/>
          <p:nvPr>
            <p:ph idx="17" type="body" hasCustomPrompt="1"/>
          </p:nvPr>
        </p:nvSpPr>
        <p:spPr>
          <a:xfrm>
            <a:off x="59618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9"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20"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23</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5"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Statement text for this placeholder.</a:t>
            </a:r>
            <a:endParaRPr lang="en-US" dirty="0"/>
          </a:p>
        </p:txBody>
      </p:sp>
      <p:sp>
        <p:nvSpPr>
          <p:cNvPr id="7" name="Text 0"/>
          <p:cNvSpPr/>
          <p:nvPr>
            <p:ph idx="17"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6"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[placeholder_16]</a:t>
            </a:r>
            <a:endParaRPr lang="en-US" dirty="0"/>
          </a:p>
        </p:txBody>
      </p:sp>
      <p:sp>
        <p:nvSpPr>
          <p:cNvPr id="9" name="Text 0"/>
          <p:cNvSpPr/>
          <p:nvPr>
            <p:ph idx="21"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24</a:t>
            </a:r>
            <a:endParaRPr lang="en-US" dirty="0"/>
          </a:p>
        </p:txBody>
      </p:sp>
      <p:sp>
        <p:nvSpPr>
          <p:cNvPr id="3" name="Text 0"/>
          <p:cNvSpPr/>
          <p:nvPr>
            <p:ph idx="13"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4" name="Text 0"/>
          <p:cNvSpPr/>
          <p:nvPr>
            <p:ph idx="429496729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25</a:t>
            </a:r>
            <a:endParaRPr lang="en-US" dirty="0"/>
          </a:p>
        </p:txBody>
      </p:sp>
      <p:sp>
        <p:nvSpPr>
          <p:cNvPr id="3" name="Text 0"/>
          <p:cNvSpPr/>
          <p:nvPr>
            <p:ph idx="13" type="body" hasCustomPrompt="1"/>
          </p:nvPr>
        </p:nvSpPr>
        <p:spPr>
          <a:xfrm>
            <a:off x="5961888" y="1207008"/>
            <a:ext cx="5029200" cy="914400"/>
          </a:xfrm>
          <a:prstGeom prst="rect">
            <a:avLst/>
          </a:prstGeom>
          <a:noFill/>
          <a:ln/>
        </p:spPr>
        <p:txBody>
          <a:bodyPr wrap="square" rtlCol="0"/>
          <a:lstStyle>
            <a:lvl1pPr indent="0" marL="0">
              <a:buNone/>
              <a:defRPr lang="en-US" dirty="0"/>
            </a:lvl1pPr>
          </a:lstStyle>
          <a:p>
            <a:pPr indent="0" marL="0">
              <a:buNone/>
            </a:pPr>
            <a:r>
              <a:rPr lang="en-US" dirty="0"/>
              <a:t>Statement text for this placeholder</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26</a:t>
            </a:r>
            <a:endParaRPr lang="en-US" dirty="0"/>
          </a:p>
        </p:txBody>
      </p:sp>
      <p:sp>
        <p:nvSpPr>
          <p:cNvPr id="3" name="Text 0"/>
          <p:cNvSpPr/>
          <p:nvPr>
            <p:ph idx="13" type="body" hasCustomPrompt="1"/>
          </p:nvPr>
        </p:nvSpPr>
        <p:spPr>
          <a:xfrm>
            <a:off x="5961888" y="1207008"/>
            <a:ext cx="5029200" cy="914400"/>
          </a:xfrm>
          <a:prstGeom prst="rect">
            <a:avLst/>
          </a:prstGeom>
          <a:noFill/>
          <a:ln/>
        </p:spPr>
        <p:txBody>
          <a:bodyPr wrap="square" rtlCol="0"/>
          <a:lstStyle>
            <a:lvl1pPr indent="0" marL="0">
              <a:buNone/>
              <a:defRPr lang="en-US" dirty="0"/>
            </a:lvl1pPr>
          </a:lstStyle>
          <a:p>
            <a:pPr indent="0" marL="0">
              <a:buNone/>
            </a:pPr>
            <a:r>
              <a:rPr lang="en-US" dirty="0"/>
              <a:t>Statement text for this placeholder</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6"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27</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Divider or section header text for this placeholde</a:t>
            </a:r>
            <a:endParaRPr lang="en-US" dirty="0"/>
          </a:p>
        </p:txBody>
      </p:sp>
      <p:sp>
        <p:nvSpPr>
          <p:cNvPr id="5" name="Text 0"/>
          <p:cNvSpPr/>
          <p:nvPr>
            <p:ph idx="14"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[placeholder_14]</a:t>
            </a:r>
            <a:endParaRPr lang="en-US" dirty="0"/>
          </a:p>
        </p:txBody>
      </p:sp>
      <p:sp>
        <p:nvSpPr>
          <p:cNvPr id="6"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6"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28</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Divider or section header text for this placeholde</a:t>
            </a:r>
            <a:endParaRPr lang="en-US" dirty="0"/>
          </a:p>
        </p:txBody>
      </p:sp>
      <p:sp>
        <p:nvSpPr>
          <p:cNvPr id="5" name="Text 0"/>
          <p:cNvSpPr/>
          <p:nvPr>
            <p:ph idx="14"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[placeholder_14]</a:t>
            </a:r>
            <a:endParaRPr lang="en-US" dirty="0"/>
          </a:p>
        </p:txBody>
      </p:sp>
      <p:sp>
        <p:nvSpPr>
          <p:cNvPr id="6"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29</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Divider or section header text for this placeholde</a:t>
            </a:r>
            <a:endParaRPr lang="en-US" dirty="0"/>
          </a:p>
        </p:txBody>
      </p:sp>
      <p:sp>
        <p:nvSpPr>
          <p:cNvPr id="5" name="Text 0"/>
          <p:cNvSpPr/>
          <p:nvPr>
            <p:ph idx="14"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[placeholder_14]</a:t>
            </a:r>
            <a:endParaRPr lang="en-US" dirty="0"/>
          </a:p>
        </p:txBody>
      </p:sp>
      <p:sp>
        <p:nvSpPr>
          <p:cNvPr id="6" name="Text 0"/>
          <p:cNvSpPr/>
          <p:nvPr>
            <p:ph idx="1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30</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Divider or section header text for this placeholde</a:t>
            </a:r>
            <a:endParaRPr lang="en-US" dirty="0"/>
          </a:p>
        </p:txBody>
      </p:sp>
      <p:sp>
        <p:nvSpPr>
          <p:cNvPr id="5" name="Text 0"/>
          <p:cNvSpPr/>
          <p:nvPr>
            <p:ph idx="14"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[placeholder_14]</a:t>
            </a:r>
            <a:endParaRPr lang="en-US" dirty="0"/>
          </a:p>
        </p:txBody>
      </p:sp>
      <p:sp>
        <p:nvSpPr>
          <p:cNvPr id="6" name="Text 0"/>
          <p:cNvSpPr/>
          <p:nvPr>
            <p:ph idx="13"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31</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9"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21"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32</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20"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8"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33</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8"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20"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34</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8"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9"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35"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35</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Headline text</a:t>
            </a:r>
            <a:endParaRPr lang="en-US" dirty="0"/>
          </a:p>
        </p:txBody>
      </p:sp>
      <p:sp>
        <p:nvSpPr>
          <p:cNvPr id="5" name="Text 0"/>
          <p:cNvSpPr/>
          <p:nvPr>
            <p:ph idx="13"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Subheadline text</a:t>
            </a:r>
            <a:endParaRPr lang="en-US" dirty="0"/>
          </a:p>
        </p:txBody>
      </p:sp>
      <p:sp>
        <p:nvSpPr>
          <p:cNvPr id="6" name="Text 0"/>
          <p:cNvSpPr/>
          <p:nvPr>
            <p:ph idx="17" type="body" hasCustomPrompt="1"/>
          </p:nvPr>
        </p:nvSpPr>
        <p:spPr>
          <a:xfrm>
            <a:off x="4754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7" name="Text 0"/>
          <p:cNvSpPr/>
          <p:nvPr>
            <p:ph idx="18" type="body" hasCustomPrompt="1"/>
          </p:nvPr>
        </p:nvSpPr>
        <p:spPr>
          <a:xfrm>
            <a:off x="5961888" y="39502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8" name="Text 0"/>
          <p:cNvSpPr/>
          <p:nvPr>
            <p:ph idx="19" type="body" hasCustomPrompt="1"/>
          </p:nvPr>
        </p:nvSpPr>
        <p:spPr>
          <a:xfrm>
            <a:off x="4754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9" name="Text 0"/>
          <p:cNvSpPr/>
          <p:nvPr>
            <p:ph idx="20" type="body" hasCustomPrompt="1"/>
          </p:nvPr>
        </p:nvSpPr>
        <p:spPr>
          <a:xfrm>
            <a:off x="5961888" y="5321808"/>
            <a:ext cx="5029200" cy="914400"/>
          </a:xfrm>
          <a:prstGeom prst="rect">
            <a:avLst/>
          </a:prstGeom>
          <a:noFill/>
          <a:ln/>
        </p:spPr>
        <p:txBody>
          <a:bodyPr wrap="square" rtlCol="0"/>
          <a:lstStyle>
            <a:lvl1pPr indent="0" marL="0">
              <a:buNone/>
              <a:defRPr lang="en-US" dirty="0"/>
            </a:lvl1pPr>
          </a:lstStyle>
          <a:p>
            <a:pPr indent="0" marL="0">
              <a:buNone/>
            </a:pPr>
            <a:r>
              <a:rPr lang="en-US" dirty="0"/>
              <a:t>Main content text for this placeholder. This is sa</a:t>
            </a:r>
            <a:endParaRPr lang="en-US" dirty="0"/>
          </a:p>
        </p:txBody>
      </p:sp>
      <p:sp>
        <p:nvSpPr>
          <p:cNvPr id="10" name="Text 0"/>
          <p:cNvSpPr/>
          <p:nvPr>
            <p:ph idx="15" type="body" hasCustomPrompt="1"/>
          </p:nvPr>
        </p:nvSpPr>
        <p:spPr>
          <a:xfrm>
            <a:off x="475488" y="5669280"/>
            <a:ext cx="11247120" cy="320040"/>
          </a:xfrm>
          <a:prstGeom prst="rect">
            <a:avLst/>
          </a:prstGeom>
          <a:noFill/>
          <a:ln/>
        </p:spPr>
        <p:txBody>
          <a:bodyPr wrap="square" rtlCol="0"/>
          <a:lstStyle>
            <a:lvl1pPr indent="0" marL="0">
              <a:buNone/>
              <a:defRPr lang="en-US" dirty="0"/>
            </a:lvl1pPr>
          </a:lstStyle>
          <a:p>
            <a:pPr indent="0" marL="0">
              <a:buNone/>
            </a:pPr>
            <a:r>
              <a:rPr lang="en-US" dirty="0"/>
              <a:t>Sample Source / Legal disclaimer / Footnote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Sample Title Text</a:t>
            </a:r>
            <a:endParaRPr lang="en-US" dirty="0"/>
          </a:p>
        </p:txBody>
      </p:sp>
      <p:sp>
        <p:nvSpPr>
          <p:cNvPr id="3" name="Text 0"/>
          <p:cNvSpPr/>
          <p:nvPr>
            <p:ph idx="14" type="body" hasCustomPrompt="1"/>
          </p:nvPr>
        </p:nvSpPr>
        <p:spPr>
          <a:xfrm>
            <a:off x="475488" y="822960"/>
            <a:ext cx="11247120" cy="320040"/>
          </a:xfrm>
          <a:prstGeom prst="rect">
            <a:avLst/>
          </a:prstGeom>
          <a:noFill/>
          <a:ln/>
        </p:spPr>
        <p:txBody>
          <a:bodyPr wrap="square" rtlCol="0"/>
          <a:lstStyle>
            <a:lvl1pPr indent="0" marL="0">
              <a:buNone/>
              <a:defRPr lang="en-US" dirty="0"/>
            </a:lvl1pPr>
          </a:lstStyle>
          <a:p>
            <a:pPr indent="0" marL="0">
              <a:buNone/>
            </a:pPr>
            <a:r>
              <a:rPr lang="en-US" dirty="0"/>
              <a:t>Sample Subtitle Text</a:t>
            </a:r>
            <a:endParaRPr lang="en-US" dirty="0"/>
          </a:p>
        </p:txBody>
      </p:sp>
      <p:sp>
        <p:nvSpPr>
          <p:cNvPr id="4" name="Text 0"/>
          <p:cNvSpPr/>
          <p:nvPr>
            <p:ph idx="16" type="body" hasCustomPrompt="1"/>
          </p:nvPr>
        </p:nvSpPr>
        <p:spPr>
          <a:xfrm>
            <a:off x="475488" y="2578608"/>
            <a:ext cx="5029200" cy="914400"/>
          </a:xfrm>
          <a:prstGeom prst="rect">
            <a:avLst/>
          </a:prstGeom>
          <a:noFill/>
          <a:ln/>
        </p:spPr>
        <p:txBody>
          <a:bodyPr wrap="square" rtlCol="0"/>
          <a:lstStyle>
            <a:lvl1pPr indent="0" marL="0">
              <a:buNone/>
              <a:defRPr lang="en-US" dirty="0"/>
            </a:lvl1pPr>
          </a:lstStyle>
          <a:p>
            <a:pPr indent="0" marL="0">
              <a:buNone/>
            </a:pPr>
            <a:r>
              <a:rPr lang="en-US" dirty="0"/>
              <a:t>John Doe / Department / Title</a:t>
            </a:r>
            <a:endParaRPr lang="en-US" dirty="0"/>
          </a:p>
        </p:txBody>
      </p:sp>
      <p:sp>
        <p:nvSpPr>
          <p:cNvPr id="5" name="Text 0"/>
          <p:cNvSpPr/>
          <p:nvPr>
            <p:ph idx="17"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December 2025</a:t>
            </a:r>
            <a:endParaRPr lang="en-US" dirty="0"/>
          </a:p>
        </p:txBody>
      </p:sp>
      <p:sp>
        <p:nvSpPr>
          <p:cNvPr id="6" name="Text 0"/>
          <p:cNvSpPr/>
          <p:nvPr>
            <p:ph idx="21"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9" type="pic" hasCustomPrompt="1"/>
          </p:nvPr>
        </p:nvSpPr>
        <p:spPr>
          <a:xfrm>
            <a:off x="7909560" y="1289304"/>
            <a:ext cx="4288536" cy="4928616"/>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3" name="Text 0"/>
          <p:cNvSpPr/>
          <p:nvPr>
            <p:ph type="title" hasCustomPrompt="1"/>
          </p:nvPr>
        </p:nvSpPr>
        <p:spPr>
          <a:xfrm>
            <a:off x="475488" y="292608"/>
            <a:ext cx="11247120" cy="457200"/>
          </a:xfrm>
          <a:prstGeom prst="rect">
            <a:avLst/>
          </a:prstGeom>
          <a:noFill/>
          <a:ln/>
        </p:spPr>
        <p:txBody>
          <a:bodyPr wrap="square" rtlCol="0" anchor="b"/>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Sample Title Text</a:t>
            </a:r>
            <a:endParaRPr lang="en-US" sz="4400" dirty="0"/>
          </a:p>
        </p:txBody>
      </p:sp>
      <p:sp>
        <p:nvSpPr>
          <p:cNvPr id="4" name="Text 0"/>
          <p:cNvSpPr/>
          <p:nvPr>
            <p:ph idx="14" type="body" hasCustomPrompt="1"/>
          </p:nvPr>
        </p:nvSpPr>
        <p:spPr>
          <a:xfrm>
            <a:off x="475488" y="822960"/>
            <a:ext cx="11247120" cy="320040"/>
          </a:xfrm>
          <a:prstGeom prst="rect">
            <a:avLst/>
          </a:prstGeom>
          <a:noFill/>
          <a:ln/>
        </p:spPr>
        <p:txBody>
          <a:bodyPr wrap="square" rtlCol="0" anchor="t"/>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Sample Subtitle Text</a:t>
            </a:r>
            <a:endParaRPr lang="en-US" sz="1800" dirty="0"/>
          </a:p>
        </p:txBody>
      </p:sp>
      <p:sp>
        <p:nvSpPr>
          <p:cNvPr id="5" name="Text 0"/>
          <p:cNvSpPr/>
          <p:nvPr>
            <p:ph hasCustomPrompt="1"/>
          </p:nvPr>
        </p:nvSpPr>
        <p:spPr>
          <a:xfrm>
            <a:off x="0" y="0"/>
            <a:ext cx="9144000" cy="0"/>
          </a:xfrm>
          <a:prstGeom prst="rect">
            <a:avLst/>
          </a:prstGeom>
          <a:noFill/>
          <a:ln/>
        </p:spPr>
        <p:txBody>
          <a:bodyPr wrap="square" rtlCol="0"/>
          <a:lstStyle>
            <a:lvl1pPr indent="0" marL="0">
              <a:buNone/>
              <a:defRPr lang="en-US" dirty="0"/>
            </a:lvl1pPr>
          </a:lstStyle>
          <a:p>
            <a:pPr indent="0" marL="0">
              <a:buNone/>
            </a:pPr>
            <a:r>
              <a:rPr lang="en-US" dirty="0"/>
              <a:t>John Doe / Department / Title</a:t>
            </a:r>
            <a:endParaRPr lang="en-US" dirty="0"/>
          </a:p>
        </p:txBody>
      </p:sp>
      <p:sp>
        <p:nvSpPr>
          <p:cNvPr id="6" name="Text 0"/>
          <p:cNvSpPr/>
          <p:nvPr>
            <p:ph hasCustomPrompt="1"/>
          </p:nvPr>
        </p:nvSpPr>
        <p:spPr>
          <a:xfrm>
            <a:off x="0" y="0"/>
            <a:ext cx="9144000" cy="0"/>
          </a:xfrm>
          <a:prstGeom prst="rect">
            <a:avLst/>
          </a:prstGeom>
          <a:noFill/>
          <a:ln/>
        </p:spPr>
        <p:txBody>
          <a:bodyPr wrap="square" rtlCol="0"/>
          <a:lstStyle>
            <a:lvl1pPr indent="0" marL="0">
              <a:buNone/>
              <a:defRPr lang="en-US" dirty="0"/>
            </a:lvl1pPr>
          </a:lstStyle>
          <a:p>
            <a:pPr indent="0" marL="0">
              <a:buNone/>
            </a:pPr>
            <a:r>
              <a:rPr lang="en-US" dirty="0"/>
              <a:t>REPORT TYPE</a:t>
            </a:r>
            <a:endParaRPr lang="en-US" dirty="0"/>
          </a:p>
        </p:txBody>
      </p:sp>
      <p:sp>
        <p:nvSpPr>
          <p:cNvPr id="7" name="Text 0"/>
          <p:cNvSpPr/>
          <p:nvPr>
            <p:ph hasCustomPrompt="1"/>
          </p:nvPr>
        </p:nvSpPr>
        <p:spPr>
          <a:xfrm>
            <a:off x="0" y="0"/>
            <a:ext cx="9144000" cy="0"/>
          </a:xfrm>
          <a:prstGeom prst="rect">
            <a:avLst/>
          </a:prstGeom>
          <a:noFill/>
          <a:ln/>
        </p:spPr>
        <p:txBody>
          <a:bodyPr wrap="square" rtlCol="0"/>
          <a:lstStyle>
            <a:lvl1pPr indent="0" marL="0">
              <a:buNone/>
              <a:defRPr lang="en-US" dirty="0"/>
            </a:lvl1pPr>
          </a:lstStyle>
          <a:p>
            <a:pPr indent="0" marL="0">
              <a:buNone/>
            </a:pPr>
            <a:r>
              <a:rPr lang="en-US" dirty="0"/>
              <a:t>Optional Content</a:t>
            </a:r>
            <a:endParaRPr lang="en-US" dirty="0"/>
          </a:p>
        </p:txBody>
      </p:sp>
      <p:sp>
        <p:nvSpPr>
          <p:cNvPr id="8" name="Text 0"/>
          <p:cNvSpPr/>
          <p:nvPr>
            <p:ph hasCustomPrompt="1"/>
          </p:nvPr>
        </p:nvSpPr>
        <p:spPr>
          <a:xfrm>
            <a:off x="0" y="0"/>
            <a:ext cx="9144000" cy="0"/>
          </a:xfrm>
          <a:prstGeom prst="rect">
            <a:avLst/>
          </a:prstGeom>
          <a:noFill/>
          <a:ln/>
        </p:spPr>
        <p:txBody>
          <a:bodyPr wrap="square" rtlCol="0"/>
          <a:lstStyle>
            <a:lvl1pPr indent="0" marL="0">
              <a:buNone/>
              <a:defRPr lang="en-US" dirty="0"/>
            </a:lvl1pPr>
          </a:lstStyle>
          <a:p>
            <a:pPr indent="0" marL="0">
              <a:buNone/>
            </a:pPr>
            <a:r>
              <a:rPr lang="en-US" dirty="0"/>
              <a:t>December 2025</a:t>
            </a:r>
            <a:endParaRPr lang="en-US" dirty="0"/>
          </a:p>
        </p:txBody>
      </p:sp>
      <p:sp>
        <p:nvSpPr>
          <p:cNvPr id="9" name="Text 0"/>
          <p:cNvSpPr/>
          <p:nvPr>
            <p:ph idx="20" type="body" hasCustomPrompt="1"/>
          </p:nvPr>
        </p:nvSpPr>
        <p:spPr/>
        <p:txBody>
          <a:bodyPr wrap="square" rtlCol="0" anchor="b"/>
          <a:lstStyle/>
          <a:p>
            <a:pPr algn="l" indent="0" marL="0">
              <a:buNone/>
            </a:pPr>
            <a:endParaRPr lang="en-US" sz="1600" dirty="0"/>
          </a:p>
        </p:txBody>
      </p:sp>
      <p:sp>
        <p:nvSpPr>
          <p:cNvPr id="10" name="Text 0"/>
          <p:cNvSpPr/>
          <p:nvPr>
            <p:ph idx="18" type="body" hasCustomPrompt="1"/>
          </p:nvPr>
        </p:nvSpPr>
        <p:spPr/>
        <p:txBody>
          <a:bodyPr wrap="square" rtlCol="0" anchor="ctr"/>
          <a:lstStyle/>
          <a:p>
            <a:pPr algn="r" indent="0" marL="0">
              <a:buNone/>
            </a:pPr>
            <a:endParaRPr lang="en-US" sz="1200" dirty="0"/>
          </a:p>
        </p:txBody>
      </p:sp>
      <p:sp>
        <p:nvSpPr>
          <p:cNvPr id="11" name="Text 0"/>
          <p:cNvSpPr/>
          <p:nvPr>
            <p:ph idx="21" type="body" hasCustomPrompt="1"/>
          </p:nvPr>
        </p:nvSpPr>
        <p:spPr/>
        <p:txBody>
          <a:bodyPr wrap="square" rtlCol="0" anchor="ctr"/>
          <a:lstStyle/>
          <a:p>
            <a:pPr algn="l" indent="0" marL="0">
              <a:buNone/>
            </a:pPr>
            <a:endParaRPr lang="en-US" sz="1200" dirty="0"/>
          </a:p>
        </p:txBody>
      </p:sp>
      <p:sp>
        <p:nvSpPr>
          <p:cNvPr id="12" name="Text 0"/>
          <p:cNvSpPr/>
          <p:nvPr>
            <p:ph idx="17" type="body" hasCustomPrompt="1"/>
          </p:nvPr>
        </p:nvSpPr>
        <p:spPr/>
        <p:txBody>
          <a:bodyPr wrap="square" rtlCol="0" anchor="ctr"/>
          <a:lstStyle/>
          <a:p>
            <a:pPr algn="l" indent="0" marL="0">
              <a:buNone/>
            </a:pP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6" type="ftr" hasCustomPrompt="1"/>
          </p:nvPr>
        </p:nvSpPr>
        <p:spPr>
          <a:xfrm>
            <a:off x="6016752" y="0"/>
            <a:ext cx="5715000" cy="320040"/>
          </a:xfrm>
          <a:prstGeom prst="rect">
            <a:avLst/>
          </a:prstGeom>
          <a:noFill/>
          <a:ln/>
        </p:spPr>
        <p:txBody>
          <a:bodyPr wrap="square" rtlCol="0"/>
          <a:lstStyle>
            <a:lvl1pPr indent="0" marL="0">
              <a:buNone/>
              <a:defRPr lang="en-US" dirty="0"/>
            </a:lvl1pPr>
          </a:lstStyle>
          <a:p>
            <a:pPr indent="0" marL="0">
              <a:buNone/>
            </a:pPr>
            <a:r>
              <a:rPr lang="en-US" dirty="0"/>
              <a:t>Section / Presentation Title / December 2025</a:t>
            </a:r>
            <a:endParaRPr lang="en-US" dirty="0"/>
          </a:p>
        </p:txBody>
      </p:sp>
      <p:sp>
        <p:nvSpPr>
          <p:cNvPr id="3"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38</a:t>
            </a:r>
            <a:endParaRPr lang="en-US" dirty="0"/>
          </a:p>
        </p:txBody>
      </p:sp>
      <p:sp>
        <p:nvSpPr>
          <p:cNvPr id="4" name="Text 0"/>
          <p:cNvSpPr/>
          <p:nvPr>
            <p:ph type="title" hasCustomPrompt="1"/>
          </p:nvPr>
        </p:nvSpPr>
        <p:spPr>
          <a:xfrm>
            <a:off x="475488" y="292608"/>
            <a:ext cx="11247120" cy="457200"/>
          </a:xfrm>
          <a:prstGeom prst="rect">
            <a:avLst/>
          </a:prstGeom>
          <a:noFill/>
          <a:ln/>
        </p:spPr>
        <p:txBody>
          <a:bodyPr wrap="square" rtlCol="0"/>
          <a:lstStyle>
            <a:lvl1pPr indent="0" marL="0">
              <a:buNone/>
              <a:defRPr lang="en-US" dirty="0"/>
            </a:lvl1pPr>
          </a:lstStyle>
          <a:p>
            <a:pPr indent="0" marL="0">
              <a:buNone/>
            </a:pPr>
            <a:r>
              <a:rPr lang="en-US" dirty="0"/>
              <a:t>Table of contents</a:t>
            </a:r>
            <a:endParaRPr lang="en-US" dirty="0"/>
          </a:p>
        </p:txBody>
      </p:sp>
      <p:sp>
        <p:nvSpPr>
          <p:cNvPr id="5" name="Text 0"/>
          <p:cNvSpPr/>
          <p:nvPr>
            <p:ph idx="1" type="body" hasCustomPrompt="1"/>
          </p:nvPr>
        </p:nvSpPr>
        <p:spPr>
          <a:xfrm>
            <a:off x="5961888" y="2578608"/>
            <a:ext cx="5029200" cy="914400"/>
          </a:xfrm>
          <a:prstGeom prst="rect">
            <a:avLst/>
          </a:prstGeom>
          <a:noFill/>
          <a:ln/>
        </p:spPr>
        <p:txBody>
          <a:bodyPr wrap="square" rtlCol="0"/>
          <a:lstStyle>
            <a:lvl1pPr indent="0" marL="0">
              <a:buNone/>
              <a:defRPr lang="en-US" dirty="0"/>
            </a:lvl1pPr>
          </a:lstStyle>
          <a:p>
            <a:pPr indent="0" marL="0">
              <a:buNone/>
            </a:pPr>
            <a:r>
              <a:rPr lang="en-US" dirty="0"/>
              <a:t>Content 1Content 2Content 3</a:t>
            </a:r>
            <a:endParaRPr lang="en-US" dirty="0"/>
          </a:p>
        </p:txBody>
      </p:sp>
      <p:sp>
        <p:nvSpPr>
          <p:cNvPr id="6" name="Text 0"/>
          <p:cNvSpPr/>
          <p:nvPr>
            <p:ph idx="15" type="pic" hasCustomPrompt="1"/>
          </p:nvPr>
        </p:nvSpPr>
        <p:spPr>
          <a:xfrm>
            <a:off x="7315200" y="1828800"/>
            <a:ext cx="3657600" cy="36576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39</a:t>
            </a:r>
            <a:endParaRPr lang="en-US" dirty="0"/>
          </a:p>
        </p:txBody>
      </p:sp>
      <p:sp>
        <p:nvSpPr>
          <p:cNvPr id="3" name="Text 0"/>
          <p:cNvSpPr/>
          <p:nvPr>
            <p:ph idx="14" type="body" hasCustomPrompt="1"/>
          </p:nvPr>
        </p:nvSpPr>
        <p:spPr>
          <a:xfrm>
            <a:off x="5961888" y="1207008"/>
            <a:ext cx="5029200" cy="914400"/>
          </a:xfrm>
          <a:prstGeom prst="rect">
            <a:avLst/>
          </a:prstGeom>
          <a:noFill/>
          <a:ln/>
        </p:spPr>
        <p:txBody>
          <a:bodyPr wrap="square" rtlCol="0"/>
          <a:lstStyle>
            <a:lvl1pPr indent="0" marL="0">
              <a:buNone/>
              <a:defRPr lang="en-US" dirty="0"/>
            </a:lvl1pPr>
          </a:lstStyle>
          <a:p>
            <a:pPr indent="0" marL="0">
              <a:buNone/>
            </a:pPr>
            <a:r>
              <a:rPr lang="en-US" dirty="0"/>
              <a:t>Content 1Content 2Content 3</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2" type="sldNum" hasCustomPrompt="1"/>
          </p:nvPr>
        </p:nvSpPr>
        <p:spPr>
          <a:xfrm>
            <a:off x="11411712" y="6565392"/>
            <a:ext cx="310896" cy="219456"/>
          </a:xfrm>
          <a:prstGeom prst="rect">
            <a:avLst/>
          </a:prstGeom>
          <a:noFill/>
          <a:ln/>
        </p:spPr>
        <p:txBody>
          <a:bodyPr wrap="square" rtlCol="0"/>
          <a:lstStyle>
            <a:lvl1pPr indent="0" marL="0">
              <a:buNone/>
              <a:defRPr lang="en-US" dirty="0"/>
            </a:lvl1pPr>
          </a:lstStyle>
          <a:p>
            <a:pPr indent="0" marL="0">
              <a:buNone/>
            </a:pPr>
            <a:r>
              <a:rPr lang="en-US" dirty="0"/>
              <a:t>40</a:t>
            </a:r>
            <a:endParaRPr lang="en-US" dirty="0"/>
          </a:p>
        </p:txBody>
      </p:sp>
      <p:sp>
        <p:nvSpPr>
          <p:cNvPr id="3" name="Text 0"/>
          <p:cNvSpPr/>
          <p:nvPr>
            <p:ph idx="17" type="body" hasCustomPrompt="1"/>
          </p:nvPr>
        </p:nvSpPr>
        <p:spPr>
          <a:xfrm>
            <a:off x="5961888" y="1207008"/>
            <a:ext cx="5029200" cy="914400"/>
          </a:xfrm>
          <a:prstGeom prst="rect">
            <a:avLst/>
          </a:prstGeom>
          <a:noFill/>
          <a:ln/>
        </p:spPr>
        <p:txBody>
          <a:bodyPr wrap="square" rtlCol="0"/>
          <a:lstStyle>
            <a:lvl1pPr indent="0" marL="0">
              <a:buNone/>
              <a:defRPr lang="en-US" dirty="0"/>
            </a:lvl1pPr>
          </a:lstStyle>
          <a:p>
            <a:pPr indent="0" marL="0">
              <a:buNone/>
            </a:pPr>
            <a:r>
              <a:rPr lang="en-US" dirty="0"/>
              <a:t>Content 1Content 2Content 3</a:t>
            </a:r>
            <a:endParaRPr lang="en-US"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