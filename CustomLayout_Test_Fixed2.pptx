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no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E553B1B-F09C-4BCE-B1ED-5F7876CB717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Section name (optional) / Title / Month 20YY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6FB18-5DF1-419A-B975-14AFDDD65B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25C0A2CC-8C09-4333-9F19-4CE0A59F34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40" y="347472"/>
            <a:ext cx="11060912" cy="826477"/>
          </a:xfrm>
        </p:spPr>
        <p:txBody>
          <a:bodyPr/>
          <a:lstStyle/>
          <a:p>
            <a:r>
              <a:rPr lang="en-US" dirty="0"/>
              <a:t>[Headline]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5E0BB-9159-43DF-B78A-D878AD54B30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67037" y="1257300"/>
            <a:ext cx="11064240" cy="4343400"/>
          </a:xfrm>
        </p:spPr>
        <p:txBody>
          <a:bodyPr/>
          <a:lstStyle/>
          <a:p>
            <a:pPr lvl="0"/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[Click to add content]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note">
            <a:extLst>
              <a:ext uri="{FF2B5EF4-FFF2-40B4-BE49-F238E27FC236}">
                <a16:creationId xmlns:a16="http://schemas.microsoft.com/office/drawing/2014/main" id="{47493D5F-84BF-4940-A104-ECCA1C1896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7039" y="5687045"/>
            <a:ext cx="11060912" cy="525368"/>
          </a:xfrm>
          <a:prstGeom prst="rect">
            <a:avLst/>
          </a:prstGeom>
        </p:spPr>
        <p:txBody>
          <a:bodyPr t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25000"/>
              <a:buFont typeface="Arial" panose="020B0604020202020204" pitchFamily="34" charset="0"/>
              <a:buNone/>
              <a:defRPr sz="700">
                <a:latin typeface="+mn-lt"/>
              </a:defRPr>
            </a:lvl1pPr>
            <a:lvl2pPr marL="169863" indent="-112713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700">
                <a:latin typeface="+mn-lt"/>
              </a:defRPr>
            </a:lvl2pPr>
            <a:lvl3pPr marL="341312" indent="0">
              <a:buNone/>
              <a:defRPr/>
            </a:lvl3pPr>
          </a:lstStyle>
          <a:p>
            <a:pPr lvl="0"/>
            <a:r>
              <a:rPr lang="en-US" dirty="0"/>
              <a:t>[Source / Legal disclaimer / Footnote]</a:t>
            </a:r>
          </a:p>
        </p:txBody>
      </p:sp>
    </p:spTree>
    <p:extLst>
      <p:ext uri="{BB962C8B-B14F-4D97-AF65-F5344CB8AC3E}">
        <p14:creationId xmlns:p14="http://schemas.microsoft.com/office/powerpoint/2010/main" val="284192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2" userDrawn="1">
          <p15:clr>
            <a:srgbClr val="FBAE40"/>
          </p15:clr>
        </p15:guide>
        <p15:guide id="2" orient="horz" pos="352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image" Target="../media/image1.pn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A160B2F-9375-4DE3-A5A0-161BE0A643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0" y="0"/>
            <a:ext cx="5535279" cy="317674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name (optional) / Title / Month 20YY</a:t>
            </a:r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11320251" y="6563709"/>
            <a:ext cx="311576" cy="2148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5CFA18E4-D58E-4B28-B105-28D9665A8EB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8" name="Title Placeholder 1">
            <a:extLst>
              <a:ext uri="{FF2B5EF4-FFF2-40B4-BE49-F238E27FC236}">
                <a16:creationId xmlns:a16="http://schemas.microsoft.com/office/drawing/2014/main" id="{92E3486A-297A-4953-BF79-0AEFDE6C9C3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67039" y="323644"/>
            <a:ext cx="11062709" cy="84543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F08B5A9E-5A85-46D7-B45C-7C4E83238E02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67039" y="1289097"/>
            <a:ext cx="11064240" cy="426139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284AB22-BA66-47B9-8BEB-416F2BFF470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 userDrawn="1"/>
        </p:nvSpPr>
        <p:spPr>
          <a:xfrm>
            <a:off x="5272088" y="6575649"/>
            <a:ext cx="6129126" cy="200055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r"/>
            <a:r>
              <a:rPr lang="en-US" sz="700" dirty="0">
                <a:latin typeface="+mn-lt"/>
              </a:rPr>
              <a:t>© 2025 S&amp;P Global.</a:t>
            </a:r>
          </a:p>
        </p:txBody>
      </p:sp>
    </p:spTree>
    <p:extLst>
      <p:ext uri="{BB962C8B-B14F-4D97-AF65-F5344CB8AC3E}">
        <p14:creationId xmlns:p14="http://schemas.microsoft.com/office/powerpoint/2010/main" val="3674233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67" r:id="rId3"/>
    <p:sldLayoutId id="2147483664" r:id="rId4"/>
    <p:sldLayoutId id="2147483704" r:id="rId5"/>
    <p:sldLayoutId id="2147483768" r:id="rId6"/>
    <p:sldLayoutId id="2147483769" r:id="rId7"/>
    <p:sldLayoutId id="2147483668" r:id="rId8"/>
    <p:sldLayoutId id="2147483759" r:id="rId9"/>
    <p:sldLayoutId id="2147483667" r:id="rId10"/>
    <p:sldLayoutId id="2147483742" r:id="rId11"/>
    <p:sldLayoutId id="2147483727" r:id="rId12"/>
    <p:sldLayoutId id="2147483771" r:id="rId13"/>
    <p:sldLayoutId id="2147483772" r:id="rId14"/>
    <p:sldLayoutId id="2147483711" r:id="rId15"/>
    <p:sldLayoutId id="2147483698" r:id="rId16"/>
    <p:sldLayoutId id="2147483700" r:id="rId17"/>
    <p:sldLayoutId id="2147483702" r:id="rId18"/>
    <p:sldLayoutId id="2147483774" r:id="rId19"/>
    <p:sldLayoutId id="2147483826" r:id="rId20"/>
    <p:sldLayoutId id="2147483773" r:id="rId21"/>
    <p:sldLayoutId id="2147483707" r:id="rId22"/>
    <p:sldLayoutId id="2147483741" r:id="rId23"/>
    <p:sldLayoutId id="2147483814" r:id="rId24"/>
    <p:sldLayoutId id="2147483815" r:id="rId25"/>
    <p:sldLayoutId id="2147483816" r:id="rId26"/>
    <p:sldLayoutId id="2147483680" r:id="rId27"/>
    <p:sldLayoutId id="2147483735" r:id="rId28"/>
    <p:sldLayoutId id="2147483678" r:id="rId29"/>
    <p:sldLayoutId id="2147483734" r:id="rId30"/>
    <p:sldLayoutId id="2147483675" r:id="rId31"/>
    <p:sldLayoutId id="2147483663" r:id="rId32"/>
    <p:sldLayoutId id="2147483762" r:id="rId33"/>
    <p:sldLayoutId id="2147483817" r:id="rId34"/>
    <p:sldLayoutId id="2147483818" r:id="rId35"/>
    <p:sldLayoutId id="2147483805" r:id="rId36"/>
    <p:sldLayoutId id="2147483806" r:id="rId37"/>
    <p:sldLayoutId id="2147483809" r:id="rId38"/>
    <p:sldLayoutId id="2147483807" r:id="rId39"/>
    <p:sldLayoutId id="2147483810" r:id="rId40"/>
    <p:sldLayoutId id="2147483813" r:id="rId41"/>
    <p:sldLayoutId id="2147483688" r:id="rId42"/>
    <p:sldLayoutId id="2147483778" r:id="rId43"/>
    <p:sldLayoutId id="2147483822" r:id="rId44"/>
    <p:sldLayoutId id="2147483779" r:id="rId45"/>
    <p:sldLayoutId id="2147483825" r:id="rId46"/>
    <p:sldLayoutId id="2147483821" r:id="rId47"/>
    <p:sldLayoutId id="2147483820" r:id="rId48"/>
    <p:sldLayoutId id="2147483781" r:id="rId49"/>
    <p:sldLayoutId id="2147483782" r:id="rId50"/>
    <p:sldLayoutId id="2147483783" r:id="rId51"/>
    <p:sldLayoutId id="2147483786" r:id="rId52"/>
    <p:sldLayoutId id="2147483784" r:id="rId53"/>
    <p:sldLayoutId id="2147483819" r:id="rId54"/>
    <p:sldLayoutId id="2147483824" r:id="rId55"/>
    <p:sldLayoutId id="2147483827" r:id="rId56"/>
    <p:sldLayoutId id="2147483674" r:id="rId5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9863" indent="-1698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1313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17525" indent="-17621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7388" indent="-1698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701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3840" userDrawn="1">
          <p15:clr>
            <a:srgbClr val="A4A3A4"/>
          </p15:clr>
        </p15:guide>
        <p15:guide id="6" pos="7329" userDrawn="1">
          <p15:clr>
            <a:srgbClr val="F26B43"/>
          </p15:clr>
        </p15:guide>
        <p15:guide id="9" orient="horz" pos="216" userDrawn="1">
          <p15:clr>
            <a:srgbClr val="F26B43"/>
          </p15:clr>
        </p15:guide>
        <p15:guide id="12" orient="horz" pos="3912" userDrawn="1">
          <p15:clr>
            <a:srgbClr val="F26B43"/>
          </p15:clr>
        </p15:guide>
        <p15:guide id="21" pos="35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Slide A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Slide B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-P Global EDP 2025 16-9">
  <a:themeElements>
    <a:clrScheme name="Custom 11">
      <a:dk1>
        <a:srgbClr val="000000"/>
      </a:dk1>
      <a:lt1>
        <a:sysClr val="window" lastClr="FFFFFF"/>
      </a:lt1>
      <a:dk2>
        <a:srgbClr val="404040"/>
      </a:dk2>
      <a:lt2>
        <a:srgbClr val="DCDCDC"/>
      </a:lt2>
      <a:accent1>
        <a:srgbClr val="D6002A"/>
      </a:accent1>
      <a:accent2>
        <a:srgbClr val="000000"/>
      </a:accent2>
      <a:accent3>
        <a:srgbClr val="C2C2C2"/>
      </a:accent3>
      <a:accent4>
        <a:srgbClr val="9E8D73"/>
      </a:accent4>
      <a:accent5>
        <a:srgbClr val="C7DAE0"/>
      </a:accent5>
      <a:accent6>
        <a:srgbClr val="EDF86F"/>
      </a:accent6>
      <a:hlink>
        <a:srgbClr val="0F82AF"/>
      </a:hlink>
      <a:folHlink>
        <a:srgbClr val="0D6E95"/>
      </a:folHlink>
    </a:clrScheme>
    <a:fontScheme name="SP Global Font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spcAft>
            <a:spcPts val="200"/>
          </a:spcAft>
          <a:defRPr sz="14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spcAft>
            <a:spcPts val="200"/>
          </a:spcAft>
          <a:defRPr sz="1400" dirty="0" err="1" smtClean="0"/>
        </a:defPPr>
      </a:lstStyle>
    </a:txDef>
  </a:objectDefaults>
  <a:extraClrSchemeLst/>
  <a:custClrLst>
    <a:custClr name="Ocean 7">
      <a:srgbClr val="006D89"/>
    </a:custClr>
    <a:custClr name="Gold 7B">
      <a:srgbClr val="DC7900"/>
    </a:custClr>
    <a:custClr name="Magenta 7">
      <a:srgbClr val="B92051"/>
    </a:custClr>
    <a:custClr name="Purple 9">
      <a:srgbClr val="501555"/>
    </a:custClr>
    <a:custClr name="Teal 7">
      <a:srgbClr val="0F9E7A"/>
    </a:custClr>
    <a:custClr name="Ocean 9">
      <a:srgbClr val="00495B"/>
    </a:custClr>
    <a:custClr name="Orange 7">
      <a:srgbClr val="C94100"/>
    </a:custClr>
    <a:custClr name="Blue 8">
      <a:srgbClr val="1D3BAA"/>
    </a:custClr>
    <a:custClr name="Magenta 5">
      <a:srgbClr val="CD6083"/>
    </a:custClr>
    <a:custClr name="Green 9">
      <a:srgbClr val="125E1F"/>
    </a:custClr>
    <a:custClr name="Gray 7B">
      <a:srgbClr val="929497"/>
    </a:custClr>
    <a:custClr name="Purple 7">
      <a:srgbClr val="782080"/>
    </a:custClr>
    <a:custClr name="Blue 5">
      <a:srgbClr val="7284CA"/>
    </a:custClr>
    <a:custClr name="Gold 9">
      <a:srgbClr val="9D5700"/>
    </a:custClr>
    <a:custClr name="Purple 4">
      <a:srgbClr val="B280B6"/>
    </a:custClr>
    <a:custClr name="Blue 6">
      <a:srgbClr val="566CBF"/>
    </a:custClr>
    <a:custClr name="Ocean 4">
      <a:srgbClr val="6CABBB"/>
    </a:custClr>
    <a:custClr name="Ochre 7">
      <a:srgbClr val="C18B28"/>
    </a:custClr>
    <a:custClr name="Green 6">
      <a:srgbClr val="3C9D4D"/>
    </a:custClr>
    <a:custClr name="Maroon 9">
      <a:srgbClr val="6B0F01"/>
    </a:custClr>
    <a:custClr name="Positive">
      <a:srgbClr val="167527"/>
    </a:custClr>
    <a:custClr name="Somewhat Positive">
      <a:srgbClr val="9DCEA6"/>
    </a:custClr>
    <a:custClr name="Neutral/No Change">
      <a:srgbClr val="BBBDBF"/>
    </a:custClr>
    <a:custClr name="Neutral alt.">
      <a:srgbClr val="4997AB"/>
    </a:custClr>
    <a:custClr name="Somewhat Negative">
      <a:srgbClr val="D79B93"/>
    </a:custClr>
    <a:custClr name="Negative">
      <a:srgbClr val="B20023"/>
    </a:custClr>
    <a:custClr name="Gray 2B">
      <a:srgbClr val="F1F1F2"/>
    </a:custClr>
    <a:custClr name="Gray 4B">
      <a:srgbClr val="D0D2D3"/>
    </a:custClr>
    <a:custClr name="Gray 6B">
      <a:srgbClr val="A6A8AB"/>
    </a:custClr>
    <a:custClr name="Gray 8B">
      <a:srgbClr val="808184"/>
    </a:custClr>
    <a:custClr name="Orange 10">
      <a:srgbClr val="652100"/>
    </a:custClr>
    <a:custClr name="Orange 8">
      <a:srgbClr val="A73600"/>
    </a:custClr>
    <a:custClr name="Orange 6">
      <a:srgbClr val="D15C24"/>
    </a:custClr>
    <a:custClr name="Orange 4">
      <a:srgbClr val="E0926D"/>
    </a:custClr>
    <a:custClr name="Orange 2">
      <a:srgbClr val="F0C9B6"/>
    </a:custClr>
    <a:custClr name="Ocean 2">
      <a:srgbClr val="B6D5DD"/>
    </a:custClr>
    <a:custClr name="Ocean 4">
      <a:srgbClr val="6CABBB"/>
    </a:custClr>
    <a:custClr name="Ocean 6">
      <a:srgbClr val="24829A"/>
    </a:custClr>
    <a:custClr name="Ocean 8">
      <a:srgbClr val="005B72"/>
    </a:custClr>
    <a:custClr name="Ocean 10">
      <a:srgbClr val="003745"/>
    </a:custClr>
    <a:custClr name="Gold 10">
      <a:srgbClr val="764100"/>
    </a:custClr>
    <a:custClr name="Gold 8">
      <a:srgbClr val="C56C00"/>
    </a:custClr>
    <a:custClr name="Gold 6">
      <a:srgbClr val="EF9424"/>
    </a:custClr>
    <a:custClr name="Gold 4">
      <a:srgbClr val="F4B86D"/>
    </a:custClr>
    <a:custClr name="Gold 2">
      <a:srgbClr val="FADBB6"/>
    </a:custClr>
    <a:custClr name="Purple 2">
      <a:srgbClr val="D8BFDB"/>
    </a:custClr>
    <a:custClr name="Purple 4">
      <a:srgbClr val="B280B6"/>
    </a:custClr>
    <a:custClr name="Purple 6">
      <a:srgbClr val="8B4092"/>
    </a:custClr>
    <a:custClr name="Purple 8">
      <a:srgbClr val="641B6B"/>
    </a:custClr>
    <a:custClr name="Purple 10">
      <a:srgbClr val="3C1040"/>
    </a:custClr>
  </a:custClrLst>
  <a:extLst>
    <a:ext uri="{05A4C25C-085E-4340-85A3-A5531E510DB2}">
      <thm15:themeFamily xmlns:thm15="http://schemas.microsoft.com/office/thememl/2012/main" name="Presentation1" id="{9CA853B5-ECAA-4B0A-AD5E-06420D644B4D}" vid="{87CB819A-DEFF-4208-9237-7051C6C00DB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EDP_2025_16x9_Energy</Template>
  <TotalTime>144</TotalTime>
  <Words>1807</Words>
  <Application>Microsoft Office PowerPoint</Application>
  <PresentationFormat>Widescreen</PresentationFormat>
  <Paragraphs>378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Google Sans</vt:lpstr>
      <vt:lpstr>Arial</vt:lpstr>
      <vt:lpstr>Arial</vt:lpstr>
      <vt:lpstr>S-P Global EDP 2025 16-9</vt:lpstr>
      <vt:lpstr>[Title max two lines, shrink to fit – must be at least 32pt]</vt:lpstr>
      <vt:lpstr>[Title max two lines, shrink to fit – must be at least 32pt]</vt:lpstr>
      <vt:lpstr>Event Type | Session Name</vt:lpstr>
      <vt:lpstr>[Presenter/Moderator/Panelist] — select a title</vt:lpstr>
      <vt:lpstr>Rules — please review carefully!</vt:lpstr>
      <vt:lpstr>Accessibility</vt:lpstr>
      <vt:lpstr>Resources</vt:lpstr>
      <vt:lpstr>Table samples</vt:lpstr>
      <vt:lpstr>Table samples</vt:lpstr>
      <vt:lpstr>Design assets</vt:lpstr>
      <vt:lpstr>Iconography</vt:lpstr>
      <vt:lpstr>Icon samples: General use</vt:lpstr>
      <vt:lpstr>Icon samples: General use</vt:lpstr>
      <vt:lpstr>Icon samples: General use</vt:lpstr>
      <vt:lpstr>Icon samples: General use</vt:lpstr>
      <vt:lpstr>Icon samples: General use</vt:lpstr>
      <vt:lpstr>Icon samples: General use</vt:lpstr>
      <vt:lpstr>Contact us</vt:lpstr>
      <vt:lpstr>Disclaimer</vt:lpstr>
    </vt:vector>
  </TitlesOfParts>
  <Company>SP Global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PptxGen</dc:creator>
  <cp:lastModifiedBy>PptxGen</cp:lastModifiedBy>
  <cp:revision>1</cp:revision>
  <dcterms:created xsi:type="dcterms:W3CDTF">2025-11-28T09:57:00Z</dcterms:created>
  <dcterms:modified xsi:type="dcterms:W3CDTF">2025-11-28T12:21:40Z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31f0267-8575-4fc2-99cc-f6b7f9934be9_Enabled">
    <vt:lpwstr>true</vt:lpwstr>
  </property>
  <property fmtid="{D5CDD505-2E9C-101B-9397-08002B2CF9AE}" pid="3" name="MSIP_Label_831f0267-8575-4fc2-99cc-f6b7f9934be9_SetDate">
    <vt:lpwstr>2025-11-19T00:16:38Z</vt:lpwstr>
  </property>
  <property fmtid="{D5CDD505-2E9C-101B-9397-08002B2CF9AE}" pid="4" name="MSIP_Label_831f0267-8575-4fc2-99cc-f6b7f9934be9_Method">
    <vt:lpwstr>Standard</vt:lpwstr>
  </property>
  <property fmtid="{D5CDD505-2E9C-101B-9397-08002B2CF9AE}" pid="5" name="MSIP_Label_831f0267-8575-4fc2-99cc-f6b7f9934be9_Name">
    <vt:lpwstr>831f0267-8575-4fc2-99cc-f6b7f9934be9</vt:lpwstr>
  </property>
  <property fmtid="{D5CDD505-2E9C-101B-9397-08002B2CF9AE}" pid="6" name="MSIP_Label_831f0267-8575-4fc2-99cc-f6b7f9934be9_SiteId">
    <vt:lpwstr>8f3e36ea-8039-4b40-81a7-7dc0599e8645</vt:lpwstr>
  </property>
  <property fmtid="{D5CDD505-2E9C-101B-9397-08002B2CF9AE}" pid="7" name="MSIP_Label_831f0267-8575-4fc2-99cc-f6b7f9934be9_ActionId">
    <vt:lpwstr>8419858e-47ef-4415-98ff-73e00ab96e0c</vt:lpwstr>
  </property>
  <property fmtid="{D5CDD505-2E9C-101B-9397-08002B2CF9AE}" pid="8" name="MSIP_Label_831f0267-8575-4fc2-99cc-f6b7f9934be9_ContentBits">
    <vt:lpwstr>0</vt:lpwstr>
  </property>
  <property fmtid="{D5CDD505-2E9C-101B-9397-08002B2CF9AE}" pid="9" name="MSIP_Label_831f0267-8575-4fc2-99cc-f6b7f9934be9_Tag">
    <vt:lpwstr>10, 3, 0, 1</vt:lpwstr>
  </property>
  <property fmtid="{D5CDD505-2E9C-101B-9397-08002B2CF9AE}" pid="10" name="MediaServiceImageTags">
    <vt:lpwstr/>
  </property>
  <property fmtid="{D5CDD505-2E9C-101B-9397-08002B2CF9AE}" pid="11" name="xd_ProgID">
    <vt:lpwstr/>
  </property>
  <property fmtid="{D5CDD505-2E9C-101B-9397-08002B2CF9AE}" pid="12" name="ContentTypeId">
    <vt:lpwstr>0x010100B9EE4FBF6D5A19429BAECE3910427730</vt:lpwstr>
  </property>
  <property fmtid="{D5CDD505-2E9C-101B-9397-08002B2CF9AE}" pid="13" name="ComplianceAssetId">
    <vt:lpwstr/>
  </property>
  <property fmtid="{D5CDD505-2E9C-101B-9397-08002B2CF9AE}" pid="14" name="TemplateUrl">
    <vt:lpwstr/>
  </property>
  <property fmtid="{D5CDD505-2E9C-101B-9397-08002B2CF9AE}" pid="15" name="_ExtendedDescription">
    <vt:lpwstr/>
  </property>
  <property fmtid="{D5CDD505-2E9C-101B-9397-08002B2CF9AE}" pid="16" name="TriggerFlowInfo">
    <vt:lpwstr/>
  </property>
  <property fmtid="{D5CDD505-2E9C-101B-9397-08002B2CF9AE}" pid="17" name="Notes">
    <vt:lpwstr/>
  </property>
  <property fmtid="{D5CDD505-2E9C-101B-9397-08002B2CF9AE}" pid="18" name="xd_Signature">
    <vt:bool>false</vt:bool>
  </property>
  <property fmtid="{D5CDD505-2E9C-101B-9397-08002B2CF9AE}" pid="19" name="GUID">
    <vt:lpwstr>b3e3049c-3f7a-4aa7-87c5-fac8467452c9</vt:lpwstr>
  </property>
</Properties>
</file>